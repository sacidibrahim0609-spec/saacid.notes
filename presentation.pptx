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7" autoAdjust="0"/>
    <p:restoredTop sz="94660"/>
  </p:normalViewPr>
  <p:slideViewPr>
    <p:cSldViewPr snapToGrid="0">
      <p:cViewPr>
        <p:scale>
          <a:sx n="66" d="100"/>
          <a:sy n="66" d="100"/>
        </p:scale>
        <p:origin x="10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FB8E17-5097-4314-9548-98A1B5883846}" type="doc">
      <dgm:prSet loTypeId="urn:microsoft.com/office/officeart/2008/layout/BubblePictureList" loCatId="picture" qsTypeId="urn:microsoft.com/office/officeart/2005/8/quickstyle/simple1" qsCatId="simple" csTypeId="urn:microsoft.com/office/officeart/2005/8/colors/accent1_2" csCatId="accent1" phldr="1"/>
      <dgm:spPr/>
    </dgm:pt>
    <dgm:pt modelId="{36BD11E6-1140-4A23-A092-7EDDD4DEDB72}">
      <dgm:prSet phldrT="[Text]"/>
      <dgm:spPr/>
      <dgm:t>
        <a:bodyPr/>
        <a:lstStyle/>
        <a:p>
          <a:r>
            <a:rPr lang="en-US" dirty="0" smtClean="0"/>
            <a:t>😨😨</a:t>
          </a:r>
          <a:endParaRPr lang="en-US" dirty="0"/>
        </a:p>
      </dgm:t>
    </dgm:pt>
    <dgm:pt modelId="{B86625AD-7AF8-4DE7-9D7F-9845CA1FD30F}" type="sibTrans" cxnId="{A54B6147-48E7-4A18-8207-353BDC161014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2E3A698C-ABC1-4400-8AEA-79AEAE0AAB88}" type="parTrans" cxnId="{A54B6147-48E7-4A18-8207-353BDC161014}">
      <dgm:prSet/>
      <dgm:spPr/>
      <dgm:t>
        <a:bodyPr/>
        <a:lstStyle/>
        <a:p>
          <a:endParaRPr lang="en-US"/>
        </a:p>
      </dgm:t>
    </dgm:pt>
    <dgm:pt modelId="{886740B9-4A4E-439E-B749-F22C641DA68F}" type="pres">
      <dgm:prSet presAssocID="{44FB8E17-5097-4314-9548-98A1B5883846}" presName="Name0" presStyleCnt="0">
        <dgm:presLayoutVars>
          <dgm:chMax val="8"/>
          <dgm:chPref val="8"/>
          <dgm:dir/>
        </dgm:presLayoutVars>
      </dgm:prSet>
      <dgm:spPr/>
    </dgm:pt>
    <dgm:pt modelId="{18D0D108-F2B8-4FDF-A267-A3821677E5AC}" type="pres">
      <dgm:prSet presAssocID="{36BD11E6-1140-4A23-A092-7EDDD4DEDB72}" presName="parent_text_1" presStyleLbl="revTx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30445D-26F7-4C9E-B107-9FE7438BC6C6}" type="pres">
      <dgm:prSet presAssocID="{36BD11E6-1140-4A23-A092-7EDDD4DEDB72}" presName="image_accent_1" presStyleCnt="0"/>
      <dgm:spPr/>
    </dgm:pt>
    <dgm:pt modelId="{68C07C7B-DB35-47C8-A081-397CA30D25A9}" type="pres">
      <dgm:prSet presAssocID="{36BD11E6-1140-4A23-A092-7EDDD4DEDB72}" presName="imageAccentRepeatNode" presStyleLbl="alignNode1" presStyleIdx="0" presStyleCnt="2"/>
      <dgm:spPr/>
    </dgm:pt>
    <dgm:pt modelId="{561290E7-45D4-4F5C-916C-7205FDEC0446}" type="pres">
      <dgm:prSet presAssocID="{36BD11E6-1140-4A23-A092-7EDDD4DEDB72}" presName="accent_1" presStyleLbl="alignNode1" presStyleIdx="1" presStyleCnt="2"/>
      <dgm:spPr/>
    </dgm:pt>
    <dgm:pt modelId="{D62C4B37-4E14-437B-8CD9-103D27768163}" type="pres">
      <dgm:prSet presAssocID="{B86625AD-7AF8-4DE7-9D7F-9845CA1FD30F}" presName="image_1" presStyleCnt="0"/>
      <dgm:spPr/>
    </dgm:pt>
    <dgm:pt modelId="{CCB9AE97-6C3A-41AE-BE2C-F709DD0D1C6E}" type="pres">
      <dgm:prSet presAssocID="{B86625AD-7AF8-4DE7-9D7F-9845CA1FD30F}" presName="imageRepeatNode" presStyleLbl="fgImgPlace1" presStyleIdx="0" presStyleCnt="1"/>
      <dgm:spPr/>
    </dgm:pt>
  </dgm:ptLst>
  <dgm:cxnLst>
    <dgm:cxn modelId="{A185A251-41C0-46AB-8C06-B4D1AC09CDEA}" type="presOf" srcId="{36BD11E6-1140-4A23-A092-7EDDD4DEDB72}" destId="{18D0D108-F2B8-4FDF-A267-A3821677E5AC}" srcOrd="0" destOrd="0" presId="urn:microsoft.com/office/officeart/2008/layout/BubblePictureList"/>
    <dgm:cxn modelId="{A54B6147-48E7-4A18-8207-353BDC161014}" srcId="{44FB8E17-5097-4314-9548-98A1B5883846}" destId="{36BD11E6-1140-4A23-A092-7EDDD4DEDB72}" srcOrd="0" destOrd="0" parTransId="{2E3A698C-ABC1-4400-8AEA-79AEAE0AAB88}" sibTransId="{B86625AD-7AF8-4DE7-9D7F-9845CA1FD30F}"/>
    <dgm:cxn modelId="{480C30A5-6142-425A-B195-B116FB83401D}" type="presOf" srcId="{44FB8E17-5097-4314-9548-98A1B5883846}" destId="{886740B9-4A4E-439E-B749-F22C641DA68F}" srcOrd="0" destOrd="0" presId="urn:microsoft.com/office/officeart/2008/layout/BubblePictureList"/>
    <dgm:cxn modelId="{8CF62DF3-D8C8-4220-BC60-D33644DB52E3}" type="presOf" srcId="{B86625AD-7AF8-4DE7-9D7F-9845CA1FD30F}" destId="{CCB9AE97-6C3A-41AE-BE2C-F709DD0D1C6E}" srcOrd="0" destOrd="0" presId="urn:microsoft.com/office/officeart/2008/layout/BubblePictureList"/>
    <dgm:cxn modelId="{3D0169DF-5BE8-4CB2-9EF9-9EB0DDCADB7E}" type="presParOf" srcId="{886740B9-4A4E-439E-B749-F22C641DA68F}" destId="{18D0D108-F2B8-4FDF-A267-A3821677E5AC}" srcOrd="0" destOrd="0" presId="urn:microsoft.com/office/officeart/2008/layout/BubblePictureList"/>
    <dgm:cxn modelId="{D7B69AC1-40F2-494B-BBD9-A4E0BDC9D4D7}" type="presParOf" srcId="{886740B9-4A4E-439E-B749-F22C641DA68F}" destId="{2230445D-26F7-4C9E-B107-9FE7438BC6C6}" srcOrd="1" destOrd="0" presId="urn:microsoft.com/office/officeart/2008/layout/BubblePictureList"/>
    <dgm:cxn modelId="{BFDEE3A1-8180-45B7-9AAC-6310EF85F941}" type="presParOf" srcId="{2230445D-26F7-4C9E-B107-9FE7438BC6C6}" destId="{68C07C7B-DB35-47C8-A081-397CA30D25A9}" srcOrd="0" destOrd="0" presId="urn:microsoft.com/office/officeart/2008/layout/BubblePictureList"/>
    <dgm:cxn modelId="{CAFC068C-6D67-4D55-ABB1-10FBD6B69BB4}" type="presParOf" srcId="{886740B9-4A4E-439E-B749-F22C641DA68F}" destId="{561290E7-45D4-4F5C-916C-7205FDEC0446}" srcOrd="2" destOrd="0" presId="urn:microsoft.com/office/officeart/2008/layout/BubblePictureList"/>
    <dgm:cxn modelId="{A9F14E20-3776-4007-A7B8-2E57B41855B9}" type="presParOf" srcId="{886740B9-4A4E-439E-B749-F22C641DA68F}" destId="{D62C4B37-4E14-437B-8CD9-103D27768163}" srcOrd="3" destOrd="0" presId="urn:microsoft.com/office/officeart/2008/layout/BubblePictureList"/>
    <dgm:cxn modelId="{9402F13F-0331-4298-B94F-9B32EFA9B7EE}" type="presParOf" srcId="{D62C4B37-4E14-437B-8CD9-103D27768163}" destId="{CCB9AE97-6C3A-41AE-BE2C-F709DD0D1C6E}" srcOrd="0" destOrd="0" presId="urn:microsoft.com/office/officeart/2008/layout/Bubble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C07C7B-DB35-47C8-A081-397CA30D25A9}">
      <dsp:nvSpPr>
        <dsp:cNvPr id="0" name=""/>
        <dsp:cNvSpPr/>
      </dsp:nvSpPr>
      <dsp:spPr>
        <a:xfrm>
          <a:off x="1331592" y="784443"/>
          <a:ext cx="1346130" cy="13462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290E7-45D4-4F5C-916C-7205FDEC0446}">
      <dsp:nvSpPr>
        <dsp:cNvPr id="0" name=""/>
        <dsp:cNvSpPr/>
      </dsp:nvSpPr>
      <dsp:spPr>
        <a:xfrm>
          <a:off x="2693807" y="620049"/>
          <a:ext cx="399323" cy="399445"/>
        </a:xfrm>
        <a:prstGeom prst="donut">
          <a:avLst>
            <a:gd name="adj" fmla="val 74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B9AE97-6C3A-41AE-BE2C-F709DD0D1C6E}">
      <dsp:nvSpPr>
        <dsp:cNvPr id="0" name=""/>
        <dsp:cNvSpPr/>
      </dsp:nvSpPr>
      <dsp:spPr>
        <a:xfrm>
          <a:off x="1378608" y="836282"/>
          <a:ext cx="1242820" cy="124272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D0D108-F2B8-4FDF-A267-A3821677E5AC}">
      <dsp:nvSpPr>
        <dsp:cNvPr id="0" name=""/>
        <dsp:cNvSpPr/>
      </dsp:nvSpPr>
      <dsp:spPr>
        <a:xfrm>
          <a:off x="0" y="355349"/>
          <a:ext cx="1997234" cy="399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" numCol="1" spcCol="1270" anchor="b" anchorCtr="0">
          <a:noAutofit/>
        </a:bodyPr>
        <a:lstStyle/>
        <a:p>
          <a:pPr lvl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😨😨</a:t>
          </a:r>
          <a:endParaRPr lang="en-US" sz="2400" kern="1200" dirty="0"/>
        </a:p>
      </dsp:txBody>
      <dsp:txXfrm>
        <a:off x="0" y="355349"/>
        <a:ext cx="1997234" cy="399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ubblePictureList">
  <dgm:title val=""/>
  <dgm:desc val=""/>
  <dgm:catLst>
    <dgm:cat type="picture" pri="22000"/>
    <dgm:cat type="pictureconvert" pri="22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8"/>
      <dgm:chPref val="8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7423"/>
        </dgm:alg>
        <dgm:choose name="Name3">
          <dgm:if name="Name4" func="var" arg="dir" op="equ" val="norm">
            <dgm:constrLst>
              <dgm:constr type="primFontSz" for="des" ptType="node" op="equ" val="65"/>
              <dgm:constr type="l" for="ch" forName="parent_text_1" refType="w" fact="0"/>
              <dgm:constr type="t" for="ch" forName="parent_text_1" refType="h" fact="0"/>
              <dgm:constr type="w" for="ch" forName="parent_text_1" refType="w" fact="0.6457"/>
              <dgm:constr type="h" for="ch" forName="parent_text_1" refType="h" fact="0.225"/>
              <dgm:constr type="l" for="ch" forName="image_accent_1" refType="w" fact="0.4305"/>
              <dgm:constr type="t" for="ch" forName="image_accent_1" refType="h" fact="0.2417"/>
              <dgm:constr type="w" for="ch" forName="image_accent_1" refType="w" fact="0.4352"/>
              <dgm:constr type="h" for="ch" forName="image_accent_1" refType="h" fact="0.7583"/>
              <dgm:constr type="l" for="ch" forName="accent_1" refType="w" fact="0.8709"/>
              <dgm:constr type="t" for="ch" forName="accent_1" refType="h" fact="0.1491"/>
              <dgm:constr type="w" for="ch" forName="accent_1" refType="w" fact="0.1291"/>
              <dgm:constr type="h" for="ch" forName="accent_1" refType="h" fact="0.225"/>
              <dgm:constr type="l" for="ch" forName="image_1" refType="w" fact="0.4457"/>
              <dgm:constr type="t" for="ch" forName="image_1" refType="h" fact="0.2709"/>
              <dgm:constr type="w" for="ch" forName="image_1" refType="w" fact="0.4018"/>
              <dgm:constr type="h" for="ch" forName="image_1" refType="h" fact="0.7"/>
            </dgm:constrLst>
          </dgm:if>
          <dgm:else name="Name5">
            <dgm:constrLst>
              <dgm:constr type="primFontSz" for="des" ptType="node" op="equ" val="65"/>
              <dgm:constr type="l" for="ch" forName="parent_text_1" refType="w" fact="0.3543"/>
              <dgm:constr type="t" for="ch" forName="parent_text_1" refType="h" fact="0"/>
              <dgm:constr type="w" for="ch" forName="parent_text_1" refType="w" fact="0.6457"/>
              <dgm:constr type="h" for="ch" forName="parent_text_1" refType="h" fact="0.225"/>
              <dgm:constr type="l" for="ch" forName="image_accent_1" refType="w" fact="0.1344"/>
              <dgm:constr type="t" for="ch" forName="image_accent_1" refType="h" fact="0.2417"/>
              <dgm:constr type="w" for="ch" forName="image_accent_1" refType="w" fact="0.4352"/>
              <dgm:constr type="h" for="ch" forName="image_accent_1" refType="h" fact="0.7583"/>
              <dgm:constr type="l" for="ch" forName="accent_1" refType="w" fact="0"/>
              <dgm:constr type="t" for="ch" forName="accent_1" refType="h" fact="0.1491"/>
              <dgm:constr type="w" for="ch" forName="accent_1" refType="w" fact="0.1291"/>
              <dgm:constr type="h" for="ch" forName="accent_1" refType="h" fact="0.225"/>
              <dgm:constr type="l" for="ch" forName="image_1" refType="w" fact="0.1525"/>
              <dgm:constr type="t" for="ch" forName="image_1" refType="h" fact="0.2709"/>
              <dgm:constr type="w" for="ch" forName="image_1" refType="w" fact="0.4018"/>
              <dgm:constr type="h" for="ch" forName="image_1" refType="h" fact="0.7"/>
            </dgm:constrLst>
          </dgm:else>
        </dgm:choose>
      </dgm:if>
      <dgm:if name="Name6" axis="ch" ptType="node" func="cnt" op="equ" val="2">
        <dgm:alg type="composite">
          <dgm:param type="ar" val="3.193"/>
        </dgm:alg>
        <dgm:choose name="Name7">
          <dgm:if name="Name8" func="var" arg="dir" op="equ" val="norm">
            <dgm:constrLst>
              <dgm:constr type="primFontSz" for="des" ptType="node" op="equ" val="65"/>
              <dgm:constr type="l" for="ch" forName="image_accent_1" refType="w" fact="0.2342"/>
              <dgm:constr type="t" for="ch" forName="image_accent_1" refType="h" fact="0.2354"/>
              <dgm:constr type="w" for="ch" forName="image_accent_1" refType="w" fact="0.2394"/>
              <dgm:constr type="h" for="ch" forName="image_accent_1" refType="h" fact="0.7646"/>
              <dgm:constr type="l" for="ch" forName="image_1" refType="w" fact="0.2434"/>
              <dgm:constr type="t" for="ch" forName="image_1" refType="h" fact="0.2648"/>
              <dgm:constr type="w" for="ch" forName="image_1" refType="w" fact="0.2211"/>
              <dgm:constr type="h" for="ch" forName="image_1" refType="h" fact="0.7058"/>
              <dgm:constr type="l" for="ch" forName="parent_text_1" refType="w" fact="0"/>
              <dgm:constr type="t" for="ch" forName="parent_text_1" refType="h" fact="0"/>
              <dgm:constr type="w" for="ch" forName="parent_text_1" refType="w" fact="0.3553"/>
              <dgm:constr type="h" for="ch" forName="parent_text_1" refType="h" fact="0.215"/>
              <dgm:constr type="l" for="ch" forName="image_accent_2" refType="w" fact="0.5"/>
              <dgm:constr type="t" for="ch" forName="image_accent_2" refType="h" fact="0.3883"/>
              <dgm:constr type="w" for="ch" forName="image_accent_2" refType="w" fact="0.1253"/>
              <dgm:constr type="h" for="ch" forName="image_accent_2" refType="h" fact="0.4"/>
              <dgm:constr type="l" for="ch" forName="image_2" refType="w" fact="0.5074"/>
              <dgm:constr type="t" for="ch" forName="image_2" refType="h" fact="0.4118"/>
              <dgm:constr type="w" for="ch" forName="image_2" refType="w" fact="0.1105"/>
              <dgm:constr type="h" for="ch" forName="image_2" refType="h" fact="0.3529"/>
              <dgm:constr type="l" for="ch" forName="parent_text_2" refType="w" fact="0.6447"/>
              <dgm:constr type="t" for="ch" forName="parent_text_2" refType="h" fact="0.4118"/>
              <dgm:constr type="w" for="ch" forName="parent_text_2" refType="w" fact="0.3553"/>
              <dgm:constr type="h" for="ch" forName="parent_text_2" refType="h" fact="0.3529"/>
              <dgm:constr type="l" for="ch" forName="accent_1" refType="w" fact="0.6316"/>
              <dgm:constr type="t" for="ch" forName="accent_1" refType="h" fact="0.7899"/>
              <dgm:constr type="w" for="ch" forName="accent_1" refType="w" fact="0.0395"/>
              <dgm:constr type="h" for="ch" forName="accent_1" refType="h" fact="0.126"/>
            </dgm:constrLst>
          </dgm:if>
          <dgm:else name="Name9">
            <dgm:constrLst>
              <dgm:constr type="primFontSz" for="des" ptType="node" op="equ" val="65"/>
              <dgm:constr type="l" for="ch" forName="image_accent_2" refType="w" fact="0.3747"/>
              <dgm:constr type="t" for="ch" forName="image_accent_2" refType="h" fact="0.3883"/>
              <dgm:constr type="w" for="ch" forName="image_accent_2" refType="w" fact="0.1253"/>
              <dgm:constr type="h" for="ch" forName="image_accent_2" refType="h" fact="0.4"/>
              <dgm:constr type="l" for="ch" forName="image_2" refType="w" fact="0.3821"/>
              <dgm:constr type="t" for="ch" forName="image_2" refType="h" fact="0.4118"/>
              <dgm:constr type="w" for="ch" forName="image_2" refType="w" fact="0.1105"/>
              <dgm:constr type="h" for="ch" forName="image_2" refType="h" fact="0.3529"/>
              <dgm:constr type="l" for="ch" forName="parent_text_1" refType="w" fact="0.6447"/>
              <dgm:constr type="t" for="ch" forName="parent_text_1" refType="h" fact="0"/>
              <dgm:constr type="w" for="ch" forName="parent_text_1" refType="w" fact="0.3553"/>
              <dgm:constr type="h" for="ch" forName="parent_text_1" refType="h" fact="0.215"/>
              <dgm:constr type="l" for="ch" forName="parent_text_2" refType="w" fact="0"/>
              <dgm:constr type="t" for="ch" forName="parent_text_2" refType="h" fact="0.4118"/>
              <dgm:constr type="w" for="ch" forName="parent_text_2" refType="w" fact="0.3553"/>
              <dgm:constr type="h" for="ch" forName="parent_text_2" refType="h" fact="0.3529"/>
              <dgm:constr type="l" for="ch" forName="image_accent_1" refType="w" fact="0.5263"/>
              <dgm:constr type="t" for="ch" forName="image_accent_1" refType="h" fact="0.2354"/>
              <dgm:constr type="w" for="ch" forName="image_accent_1" refType="w" fact="0.2394"/>
              <dgm:constr type="h" for="ch" forName="image_accent_1" refType="h" fact="0.7646"/>
              <dgm:constr type="l" for="ch" forName="image_1" refType="w" fact="0.5355"/>
              <dgm:constr type="t" for="ch" forName="image_1" refType="h" fact="0.2648"/>
              <dgm:constr type="w" for="ch" forName="image_1" refType="w" fact="0.2211"/>
              <dgm:constr type="h" for="ch" forName="image_1" refType="h" fact="0.7058"/>
              <dgm:constr type="l" for="ch" forName="accent_1" refType="w" fact="0.3289"/>
              <dgm:constr type="t" for="ch" forName="accent_1" refType="h" fact="0.7899"/>
              <dgm:constr type="w" for="ch" forName="accent_1" refType="w" fact="0.0395"/>
              <dgm:constr type="h" for="ch" forName="accent_1" refType="h" fact="0.126"/>
            </dgm:constrLst>
          </dgm:else>
        </dgm:choose>
      </dgm:if>
      <dgm:if name="Name10" axis="ch" ptType="node" func="cnt" op="equ" val="3">
        <dgm:alg type="composite">
          <dgm:param type="ar" val="2.4052"/>
        </dgm:alg>
        <dgm:choose name="Name11">
          <dgm:if name="Name12" func="var" arg="dir" op="equ" val="norm">
            <dgm:constrLst>
              <dgm:constr type="primFontSz" for="des" ptType="node" op="equ" val="65"/>
              <dgm:constr type="l" for="ch" forName="accent_3" refType="w" fact="0.6316"/>
              <dgm:constr type="t" for="ch" forName="accent_3" refType="h" fact="0.8355"/>
              <dgm:constr type="w" for="ch" forName="accent_3" refType="w" fact="0.0395"/>
              <dgm:constr type="h" for="ch" forName="accent_3" refType="h" fact="0.0949"/>
              <dgm:constr type="l" for="ch" forName="image_accent_2" refType="w" fact="0.4936"/>
              <dgm:constr type="t" for="ch" forName="image_accent_2" refType="h" fact="0.5329"/>
              <dgm:constr type="w" for="ch" forName="image_accent_2" refType="w" fact="0.1253"/>
              <dgm:constr type="h" for="ch" forName="image_accent_2" refType="h" fact="0.3013"/>
              <dgm:constr type="l" for="ch" forName="image_2" refType="w" fact="0.501"/>
              <dgm:constr type="t" for="ch" forName="image_2" refType="h" fact="0.5507"/>
              <dgm:constr type="w" for="ch" forName="image_2" refType="w" fact="0.1105"/>
              <dgm:constr type="h" for="ch" forName="image_2" refType="h" fact="0.2658"/>
              <dgm:constr type="l" for="ch" forName="image_accent_3" refType="w" fact="0.4446"/>
              <dgm:constr type="t" for="ch" forName="image_accent_3" refType="h" fact="0.1076"/>
              <dgm:constr type="w" for="ch" forName="image_accent_3" refType="w" fact="0.1606"/>
              <dgm:constr type="h" for="ch" forName="image_accent_3" refType="h" fact="0.3864"/>
              <dgm:constr type="l" for="ch" forName="image_3" refType="w" fact="0.4531"/>
              <dgm:constr type="t" for="ch" forName="image_3" refType="h" fact="0.128"/>
              <dgm:constr type="w" for="ch" forName="image_3" refType="w" fact="0.1437"/>
              <dgm:constr type="h" for="ch" forName="image_3" refType="h" fact="0.3456"/>
              <dgm:constr type="l" for="ch" forName="image_accent_1" refType="w" fact="0.2368"/>
              <dgm:constr type="t" for="ch" forName="image_accent_1" refType="h" fact="0.4241"/>
              <dgm:constr type="w" for="ch" forName="image_accent_1" refType="w" fact="0.2394"/>
              <dgm:constr type="h" for="ch" forName="image_accent_1" refType="h" fact="0.5759"/>
              <dgm:constr type="l" for="ch" forName="image_1" refType="w" fact="0.246"/>
              <dgm:constr type="t" for="ch" forName="image_1" refType="h" fact="0.4462"/>
              <dgm:constr type="w" for="ch" forName="image_1" refType="w" fact="0.2211"/>
              <dgm:constr type="h" for="ch" forName="image_1" refType="h" fact="0.5317"/>
              <dgm:constr type="l" for="ch" forName="parent_text_1" refType="w" fact="0"/>
              <dgm:constr type="t" for="ch" forName="parent_text_1" refType="h" fact="0.128"/>
              <dgm:constr type="w" for="ch" forName="parent_text_1" refType="w" fact="0.3553"/>
              <dgm:constr type="h" for="ch" forName="parent_text_1" refType="h" fact="0.2775"/>
              <dgm:constr type="l" for="ch" forName="accent_1" refType="w" fact="0.3895"/>
              <dgm:constr type="t" for="ch" forName="accent_1" refType="h" fact="0"/>
              <dgm:constr type="w" for="ch" forName="accent_1" refType="w" fact="0.0711"/>
              <dgm:constr type="h" for="ch" forName="accent_1" refType="h" fact="0.1709"/>
              <dgm:constr type="l" for="ch" forName="parent_text_2" refType="w" fact="0.6447"/>
              <dgm:constr type="t" for="ch" forName="parent_text_2" refType="h" fact="0.5507"/>
              <dgm:constr type="w" for="ch" forName="parent_text_2" refType="w" fact="0.3553"/>
              <dgm:constr type="h" for="ch" forName="parent_text_2" refType="h" fact="0.2658"/>
              <dgm:constr type="l" for="ch" forName="parent_text_3" refType="w" fact="0.6316"/>
              <dgm:constr type="t" for="ch" forName="parent_text_3" refType="h" fact="0.128"/>
              <dgm:constr type="w" for="ch" forName="parent_text_3" refType="w" fact="0.3553"/>
              <dgm:constr type="h" for="ch" forName="parent_text_3" refType="h" fact="0.3456"/>
              <dgm:constr type="l" for="ch" forName="accent_2" refType="w" fact="0.5789"/>
              <dgm:constr type="t" for="ch" forName="accent_2" refType="h" fact="0.0127"/>
              <dgm:constr type="w" for="ch" forName="accent_2" refType="w" fact="0.0526"/>
              <dgm:constr type="h" for="ch" forName="accent_2" refType="h" fact="0.1266"/>
            </dgm:constrLst>
          </dgm:if>
          <dgm:else name="Name13">
            <dgm:constrLst>
              <dgm:constr type="primFontSz" for="des" ptType="node" op="equ" val="65"/>
              <dgm:constr type="l" for="ch" forName="accent_1" refType="w" fact="0.3289"/>
              <dgm:constr type="t" for="ch" forName="accent_1" refType="h" fact="0.8355"/>
              <dgm:constr type="w" for="ch" forName="accent_1" refType="w" fact="0.0395"/>
              <dgm:constr type="h" for="ch" forName="accent_1" refType="h" fact="0.0949"/>
              <dgm:constr type="l" for="ch" forName="image_accent_2" refType="w" fact="0.3811"/>
              <dgm:constr type="t" for="ch" forName="image_accent_2" refType="h" fact="0.5329"/>
              <dgm:constr type="w" for="ch" forName="image_accent_2" refType="w" fact="0.1253"/>
              <dgm:constr type="h" for="ch" forName="image_accent_2" refType="h" fact="0.3013"/>
              <dgm:constr type="l" for="ch" forName="image_2" refType="w" fact="0.3885"/>
              <dgm:constr type="t" for="ch" forName="image_2" refType="h" fact="0.5507"/>
              <dgm:constr type="w" for="ch" forName="image_2" refType="w" fact="0.1105"/>
              <dgm:constr type="h" for="ch" forName="image_2" refType="h" fact="0.2658"/>
              <dgm:constr type="l" for="ch" forName="image_accent_3" refType="w" fact="0.3947"/>
              <dgm:constr type="t" for="ch" forName="image_accent_3" refType="h" fact="0.1076"/>
              <dgm:constr type="w" for="ch" forName="image_accent_3" refType="w" fact="0.1606"/>
              <dgm:constr type="h" for="ch" forName="image_accent_3" refType="h" fact="0.3864"/>
              <dgm:constr type="l" for="ch" forName="image_3" refType="w" fact="0.4032"/>
              <dgm:constr type="t" for="ch" forName="image_3" refType="h" fact="0.128"/>
              <dgm:constr type="w" for="ch" forName="image_3" refType="w" fact="0.1437"/>
              <dgm:constr type="h" for="ch" forName="image_3" refType="h" fact="0.3456"/>
              <dgm:constr type="l" for="ch" forName="image_accent_1" refType="w" fact="0.5237"/>
              <dgm:constr type="t" for="ch" forName="image_accent_1" refType="h" fact="0.4241"/>
              <dgm:constr type="w" for="ch" forName="image_accent_1" refType="w" fact="0.2394"/>
              <dgm:constr type="h" for="ch" forName="image_accent_1" refType="h" fact="0.5759"/>
              <dgm:constr type="l" for="ch" forName="image_1" refType="w" fact="0.5329"/>
              <dgm:constr type="t" for="ch" forName="image_1" refType="h" fact="0.4462"/>
              <dgm:constr type="w" for="ch" forName="image_1" refType="w" fact="0.2211"/>
              <dgm:constr type="h" for="ch" forName="image_1" refType="h" fact="0.5317"/>
              <dgm:constr type="l" for="ch" forName="parent_text_1" refType="w" fact="0.6447"/>
              <dgm:constr type="t" for="ch" forName="parent_text_1" refType="h" fact="0.128"/>
              <dgm:constr type="w" for="ch" forName="parent_text_1" refType="w" fact="0.3553"/>
              <dgm:constr type="h" for="ch" forName="parent_text_1" refType="h" fact="0.2775"/>
              <dgm:constr type="l" for="ch" forName="accent_2" refType="w" fact="0.5395"/>
              <dgm:constr type="t" for="ch" forName="accent_2" refType="h" fact="0"/>
              <dgm:constr type="w" for="ch" forName="accent_2" refType="w" fact="0.0711"/>
              <dgm:constr type="h" for="ch" forName="accent_2" refType="h" fact="0.1709"/>
              <dgm:constr type="l" for="ch" forName="parent_text_3" refType="w" fact="0.0132"/>
              <dgm:constr type="t" for="ch" forName="parent_text_3" refType="h" fact="0.128"/>
              <dgm:constr type="w" for="ch" forName="parent_text_3" refType="w" fact="0.3553"/>
              <dgm:constr type="h" for="ch" forName="parent_text_3" refType="h" fact="0.3456"/>
              <dgm:constr type="l" for="ch" forName="parent_text_2" refType="w" fact="0"/>
              <dgm:constr type="t" for="ch" forName="parent_text_2" refType="h" fact="0.5507"/>
              <dgm:constr type="w" for="ch" forName="parent_text_2" refType="w" fact="0.3553"/>
              <dgm:constr type="h" for="ch" forName="parent_text_2" refType="h" fact="0.2658"/>
              <dgm:constr type="l" for="ch" forName="accent_3" refType="w" fact="0.3684"/>
              <dgm:constr type="t" for="ch" forName="accent_3" refType="h" fact="0.0127"/>
              <dgm:constr type="w" for="ch" forName="accent_3" refType="w" fact="0.0526"/>
              <dgm:constr type="h" for="ch" forName="accent_3" refType="h" fact="0.1266"/>
            </dgm:constrLst>
          </dgm:else>
        </dgm:choose>
      </dgm:if>
      <dgm:if name="Name14" axis="ch" ptType="node" func="cnt" op="equ" val="4">
        <dgm:alg type="composite">
          <dgm:param type="ar" val="1.6704"/>
        </dgm:alg>
        <dgm:choose name="Name15">
          <dgm:if name="Name16" func="var" arg="dir" op="equ" val="norm">
            <dgm:constrLst>
              <dgm:constr type="primFontSz" for="des" ptType="node" op="equ" val="65"/>
              <dgm:constr type="l" for="ch" forName="image_accent_4" refType="w" fact="0.4626"/>
              <dgm:constr type="t" for="ch" forName="image_accent_4" refType="h" fact="0.1415"/>
              <dgm:constr type="w" for="ch" forName="image_accent_4" refType="w" fact="0.1126"/>
              <dgm:constr type="h" for="ch" forName="image_accent_4" refType="h" fact="0.1881"/>
              <dgm:constr type="l" for="ch" forName="image_4" refType="w" fact="0.4692"/>
              <dgm:constr type="t" for="ch" forName="image_4" refType="h" fact="0.1526"/>
              <dgm:constr type="w" for="ch" forName="image_4" refType="w" fact="0.0994"/>
              <dgm:constr type="h" for="ch" forName="image_4" refType="h" fact="0.166"/>
              <dgm:constr type="l" for="ch" forName="image_accent_2" refType="w" fact="0.4936"/>
              <dgm:constr type="t" for="ch" forName="image_accent_2" refType="h" fact="0.6756"/>
              <dgm:constr type="w" for="ch" forName="image_accent_2" refType="w" fact="0.1253"/>
              <dgm:constr type="h" for="ch" forName="image_accent_2" refType="h" fact="0.2092"/>
              <dgm:constr type="l" for="ch" forName="image_2" refType="w" fact="0.501"/>
              <dgm:constr type="t" for="ch" forName="image_2" refType="h" fact="0.6879"/>
              <dgm:constr type="w" for="ch" forName="image_2" refType="w" fact="0.1105"/>
              <dgm:constr type="h" for="ch" forName="image_2" refType="h" fact="0.1846"/>
              <dgm:constr type="l" for="ch" forName="image_accent_3" refType="w" fact="0.4446"/>
              <dgm:constr type="t" for="ch" forName="image_accent_3" refType="h" fact="0.3802"/>
              <dgm:constr type="w" for="ch" forName="image_accent_3" refType="w" fact="0.1606"/>
              <dgm:constr type="h" for="ch" forName="image_accent_3" refType="h" fact="0.2683"/>
              <dgm:constr type="l" for="ch" forName="image_3" refType="w" fact="0.4531"/>
              <dgm:constr type="t" for="ch" forName="image_3" refType="h" fact="0.3944"/>
              <dgm:constr type="w" for="ch" forName="image_3" refType="w" fact="0.1437"/>
              <dgm:constr type="h" for="ch" forName="image_3" refType="h" fact="0.24"/>
              <dgm:constr type="l" for="ch" forName="image_accent_1" refType="w" fact="0.2368"/>
              <dgm:constr type="t" for="ch" forName="image_accent_1" refType="h" fact="0.6"/>
              <dgm:constr type="w" for="ch" forName="image_accent_1" refType="w" fact="0.2394"/>
              <dgm:constr type="h" for="ch" forName="image_accent_1" refType="h" fact="0.4"/>
              <dgm:constr type="l" for="ch" forName="image_1" refType="w" fact="0.246"/>
              <dgm:constr type="t" for="ch" forName="image_1" refType="h" fact="0.6154"/>
              <dgm:constr type="w" for="ch" forName="image_1" refType="w" fact="0.2211"/>
              <dgm:constr type="h" for="ch" forName="image_1" refType="h" fact="0.3692"/>
              <dgm:constr type="l" for="ch" forName="parent_text_1" refType="w" fact="0"/>
              <dgm:constr type="t" for="ch" forName="parent_text_1" refType="h" fact="0.3944"/>
              <dgm:constr type="w" for="ch" forName="parent_text_1" refType="w" fact="0.3553"/>
              <dgm:constr type="h" for="ch" forName="parent_text_1" refType="h" fact="0.1931"/>
              <dgm:constr type="l" for="ch" forName="accent_1" refType="w" fact="0.3895"/>
              <dgm:constr type="t" for="ch" forName="accent_1" refType="h" fact="0.3055"/>
              <dgm:constr type="w" for="ch" forName="accent_1" refType="w" fact="0.0711"/>
              <dgm:constr type="h" for="ch" forName="accent_1" refType="h" fact="0.1187"/>
              <dgm:constr type="l" for="ch" forName="parent_text_3" refType="w" fact="0.6316"/>
              <dgm:constr type="t" for="ch" forName="parent_text_3" refType="h" fact="0.3944"/>
              <dgm:constr type="w" for="ch" forName="parent_text_3" refType="w" fact="0.3553"/>
              <dgm:constr type="h" for="ch" forName="parent_text_3" refType="h" fact="0.24"/>
              <dgm:constr type="l" for="ch" forName="parent_text_2" refType="w" fact="0.6447"/>
              <dgm:constr type="t" for="ch" forName="parent_text_2" refType="h" fact="0.6879"/>
              <dgm:constr type="w" for="ch" forName="parent_text_2" refType="w" fact="0.3553"/>
              <dgm:constr type="h" for="ch" forName="parent_text_2" refType="h" fact="0.1846"/>
              <dgm:constr type="l" for="ch" forName="accent_2" refType="w" fact="0.5347"/>
              <dgm:constr type="t" for="ch" forName="accent_2" refType="h" fact="0.044"/>
              <dgm:constr type="w" for="ch" forName="accent_2" refType="w" fact="0.0526"/>
              <dgm:constr type="h" for="ch" forName="accent_2" refType="h" fact="0.0879"/>
              <dgm:constr type="l" for="ch" forName="accent_3" refType="w" fact="0.6005"/>
              <dgm:constr type="t" for="ch" forName="accent_3" refType="h" fact="0"/>
              <dgm:constr type="w" for="ch" forName="accent_3" refType="w" fact="0.0263"/>
              <dgm:constr type="h" for="ch" forName="accent_3" refType="h" fact="0.044"/>
              <dgm:constr type="l" for="ch" forName="parent_text_4" refType="w" fact="0.6005"/>
              <dgm:constr type="t" for="ch" forName="parent_text_4" refType="h" fact="0.1526"/>
              <dgm:constr type="w" for="ch" forName="parent_text_4" refType="w" fact="0.3553"/>
              <dgm:constr type="h" for="ch" forName="parent_text_4" refType="h" fact="0.166"/>
              <dgm:constr type="l" for="ch" forName="accent_4" refType="w" fact="0.6268"/>
              <dgm:constr type="t" for="ch" forName="accent_4" refType="h" fact="0.8791"/>
              <dgm:constr type="w" for="ch" forName="accent_4" refType="w" fact="0.0395"/>
              <dgm:constr type="h" for="ch" forName="accent_4" refType="h" fact="0.0659"/>
            </dgm:constrLst>
          </dgm:if>
          <dgm:else name="Name17">
            <dgm:constrLst>
              <dgm:constr type="primFontSz" for="des" ptType="node" op="equ" val="65"/>
              <dgm:constr type="l" for="ch" forName="image_accent_4" refType="w" fact="0.4248"/>
              <dgm:constr type="t" for="ch" forName="image_accent_4" refType="h" fact="0.1415"/>
              <dgm:constr type="w" for="ch" forName="image_accent_4" refType="w" fact="0.1126"/>
              <dgm:constr type="h" for="ch" forName="image_accent_4" refType="h" fact="0.1881"/>
              <dgm:constr type="l" for="ch" forName="image_4" refType="w" fact="0.4314"/>
              <dgm:constr type="t" for="ch" forName="image_4" refType="h" fact="0.1526"/>
              <dgm:constr type="w" for="ch" forName="image_4" refType="w" fact="0.0994"/>
              <dgm:constr type="h" for="ch" forName="image_4" refType="h" fact="0.166"/>
              <dgm:constr type="l" for="ch" forName="image_accent_2" refType="w" fact="0.3811"/>
              <dgm:constr type="t" for="ch" forName="image_accent_2" refType="h" fact="0.6756"/>
              <dgm:constr type="w" for="ch" forName="image_accent_2" refType="w" fact="0.1253"/>
              <dgm:constr type="h" for="ch" forName="image_accent_2" refType="h" fact="0.2092"/>
              <dgm:constr type="l" for="ch" forName="image_2" refType="w" fact="0.3885"/>
              <dgm:constr type="t" for="ch" forName="image_2" refType="h" fact="0.6879"/>
              <dgm:constr type="w" for="ch" forName="image_2" refType="w" fact="0.1105"/>
              <dgm:constr type="h" for="ch" forName="image_2" refType="h" fact="0.1846"/>
              <dgm:constr type="l" for="ch" forName="image_accent_3" refType="w" fact="0.3947"/>
              <dgm:constr type="t" for="ch" forName="image_accent_3" refType="h" fact="0.3802"/>
              <dgm:constr type="w" for="ch" forName="image_accent_3" refType="w" fact="0.1606"/>
              <dgm:constr type="h" for="ch" forName="image_accent_3" refType="h" fact="0.2683"/>
              <dgm:constr type="l" for="ch" forName="image_3" refType="w" fact="0.4032"/>
              <dgm:constr type="t" for="ch" forName="image_3" refType="h" fact="0.3944"/>
              <dgm:constr type="w" for="ch" forName="image_3" refType="w" fact="0.1437"/>
              <dgm:constr type="h" for="ch" forName="image_3" refType="h" fact="0.24"/>
              <dgm:constr type="l" for="ch" forName="image_accent_1" refType="w" fact="0.5237"/>
              <dgm:constr type="t" for="ch" forName="image_accent_1" refType="h" fact="0.6"/>
              <dgm:constr type="w" for="ch" forName="image_accent_1" refType="w" fact="0.2394"/>
              <dgm:constr type="h" for="ch" forName="image_accent_1" refType="h" fact="0.4"/>
              <dgm:constr type="l" for="ch" forName="image_1" refType="w" fact="0.5329"/>
              <dgm:constr type="t" for="ch" forName="image_1" refType="h" fact="0.6154"/>
              <dgm:constr type="w" for="ch" forName="image_1" refType="w" fact="0.2211"/>
              <dgm:constr type="h" for="ch" forName="image_1" refType="h" fact="0.3692"/>
              <dgm:constr type="l" for="ch" forName="parent_text_1" refType="w" fact="0.6447"/>
              <dgm:constr type="t" for="ch" forName="parent_text_1" refType="h" fact="0.3944"/>
              <dgm:constr type="w" for="ch" forName="parent_text_1" refType="w" fact="0.3553"/>
              <dgm:constr type="h" for="ch" forName="parent_text_1" refType="h" fact="0.1931"/>
              <dgm:constr type="l" for="ch" forName="accent_1" refType="w" fact="0.5395"/>
              <dgm:constr type="t" for="ch" forName="accent_1" refType="h" fact="0.3055"/>
              <dgm:constr type="w" for="ch" forName="accent_1" refType="w" fact="0.0711"/>
              <dgm:constr type="h" for="ch" forName="accent_1" refType="h" fact="0.1187"/>
              <dgm:constr type="l" for="ch" forName="parent_text_3" refType="w" fact="0.0132"/>
              <dgm:constr type="t" for="ch" forName="parent_text_3" refType="h" fact="0.3944"/>
              <dgm:constr type="w" for="ch" forName="parent_text_3" refType="w" fact="0.3553"/>
              <dgm:constr type="h" for="ch" forName="parent_text_3" refType="h" fact="0.24"/>
              <dgm:constr type="l" for="ch" forName="parent_text_2" refType="w" fact="0"/>
              <dgm:constr type="t" for="ch" forName="parent_text_2" refType="h" fact="0.6879"/>
              <dgm:constr type="w" for="ch" forName="parent_text_2" refType="w" fact="0.3553"/>
              <dgm:constr type="h" for="ch" forName="parent_text_2" refType="h" fact="0.1846"/>
              <dgm:constr type="l" for="ch" forName="accent_2" refType="w" fact="0.4126"/>
              <dgm:constr type="t" for="ch" forName="accent_2" refType="h" fact="0.044"/>
              <dgm:constr type="w" for="ch" forName="accent_2" refType="w" fact="0.0526"/>
              <dgm:constr type="h" for="ch" forName="accent_2" refType="h" fact="0.0879"/>
              <dgm:constr type="l" for="ch" forName="accent_3" refType="w" fact="0.3732"/>
              <dgm:constr type="t" for="ch" forName="accent_3" refType="h" fact="0"/>
              <dgm:constr type="w" for="ch" forName="accent_3" refType="w" fact="0.0263"/>
              <dgm:constr type="h" for="ch" forName="accent_3" refType="h" fact="0.044"/>
              <dgm:constr type="l" for="ch" forName="parent_text_4" refType="w" fact="0.0442"/>
              <dgm:constr type="t" for="ch" forName="parent_text_4" refType="h" fact="0.1526"/>
              <dgm:constr type="w" for="ch" forName="parent_text_4" refType="w" fact="0.3553"/>
              <dgm:constr type="h" for="ch" forName="parent_text_4" refType="h" fact="0.166"/>
              <dgm:constr type="l" for="ch" forName="accent_4" refType="w" fact="0.3337"/>
              <dgm:constr type="t" for="ch" forName="accent_4" refType="h" fact="0.8791"/>
              <dgm:constr type="w" for="ch" forName="accent_4" refType="w" fact="0.0395"/>
              <dgm:constr type="h" for="ch" forName="accent_4" refType="h" fact="0.0659"/>
            </dgm:constrLst>
          </dgm:else>
        </dgm:choose>
      </dgm:if>
      <dgm:if name="Name18" axis="ch" ptType="node" func="cnt" op="equ" val="5">
        <dgm:alg type="composite">
          <dgm:param type="ar" val="1.5076"/>
        </dgm:alg>
        <dgm:choose name="Name19">
          <dgm:if name="Name20" func="var" arg="dir" op="equ" val="norm">
            <dgm:constrLst>
              <dgm:constr type="primFontSz" for="des" ptType="node" op="equ" val="65"/>
              <dgm:constr type="l" for="ch" forName="image_accent_5" refType="w" fact="0.5301"/>
              <dgm:constr type="t" for="ch" forName="image_accent_5" refType="h" fact="0.0862"/>
              <dgm:constr type="w" for="ch" forName="image_accent_5" refType="w" fact="0.1022"/>
              <dgm:constr type="h" for="ch" forName="image_accent_5" refType="h" fact="0.1541"/>
              <dgm:constr type="l" for="ch" forName="image_5" refType="w" fact="0.5361"/>
              <dgm:constr type="t" for="ch" forName="image_5" refType="h" fact="0.0953"/>
              <dgm:constr type="w" for="ch" forName="image_5" refType="w" fact="0.0902"/>
              <dgm:constr type="h" for="ch" forName="image_5" refType="h" fact="0.1359"/>
              <dgm:constr type="l" for="ch" forName="image_accent_4" refType="w" fact="0.4528"/>
              <dgm:constr type="t" for="ch" forName="image_accent_4" refType="h" fact="0.2416"/>
              <dgm:constr type="w" for="ch" forName="image_accent_4" refType="w" fact="0.1103"/>
              <dgm:constr type="h" for="ch" forName="image_accent_4" refType="h" fact="0.1662"/>
              <dgm:constr type="l" for="ch" forName="image_4" refType="w" fact="0.4593"/>
              <dgm:constr type="t" for="ch" forName="image_4" refType="h" fact="0.2513"/>
              <dgm:constr type="w" for="ch" forName="image_4" refType="w" fact="0.0973"/>
              <dgm:constr type="h" for="ch" forName="image_4" refType="h" fact="0.1467"/>
              <dgm:constr type="l" for="ch" forName="image_accent_2" refType="w" fact="0.4832"/>
              <dgm:constr type="t" for="ch" forName="image_accent_2" refType="h" fact="0.7134"/>
              <dgm:constr type="w" for="ch" forName="image_accent_2" refType="w" fact="0.1226"/>
              <dgm:constr type="h" for="ch" forName="image_accent_2" refType="h" fact="0.1849"/>
              <dgm:constr type="l" for="ch" forName="image_2" refType="w" fact="0.4904"/>
              <dgm:constr type="t" for="ch" forName="image_2" refType="h" fact="0.7243"/>
              <dgm:constr type="w" for="ch" forName="image_2" refType="w" fact="0.1082"/>
              <dgm:constr type="h" for="ch" forName="image_2" refType="h" fact="0.1631"/>
              <dgm:constr type="l" for="ch" forName="image_accent_3" refType="w" fact="0.4352"/>
              <dgm:constr type="t" for="ch" forName="image_accent_3" refType="h" fact="0.4525"/>
              <dgm:constr type="w" for="ch" forName="image_accent_3" refType="w" fact="0.1573"/>
              <dgm:constr type="h" for="ch" forName="image_accent_3" refType="h" fact="0.2371"/>
              <dgm:constr type="l" for="ch" forName="image_3" refType="w" fact="0.4435"/>
              <dgm:constr type="t" for="ch" forName="image_3" refType="h" fact="0.465"/>
              <dgm:constr type="w" for="ch" forName="image_3" refType="w" fact="0.1407"/>
              <dgm:constr type="h" for="ch" forName="image_3" refType="h" fact="0.212"/>
              <dgm:constr type="l" for="ch" forName="image_accent_1" refType="w" fact="0.2318"/>
              <dgm:constr type="t" for="ch" forName="image_accent_1" refType="h" fact="0.6466"/>
              <dgm:constr type="w" for="ch" forName="image_accent_1" refType="w" fact="0.2344"/>
              <dgm:constr type="h" for="ch" forName="image_accent_1" refType="h" fact="0.3534"/>
              <dgm:constr type="l" for="ch" forName="image_1" refType="w" fact="0.2408"/>
              <dgm:constr type="t" for="ch" forName="image_1" refType="h" fact="0.6602"/>
              <dgm:constr type="w" for="ch" forName="image_1" refType="w" fact="0.2164"/>
              <dgm:constr type="h" for="ch" forName="image_1" refType="h" fact="0.3262"/>
              <dgm:constr type="l" for="ch" forName="parent_text_1" refType="w" fact="0"/>
              <dgm:constr type="t" for="ch" forName="parent_text_1" refType="h" fact="0.465"/>
              <dgm:constr type="w" for="ch" forName="parent_text_1" refType="w" fact="0.3478"/>
              <dgm:constr type="h" for="ch" forName="parent_text_1" refType="h" fact="0.165"/>
              <dgm:constr type="l" for="ch" forName="accent_1" refType="w" fact="0.3813"/>
              <dgm:constr type="t" for="ch" forName="accent_1" refType="h" fact="0.3864"/>
              <dgm:constr type="w" for="ch" forName="accent_1" refType="w" fact="0.0696"/>
              <dgm:constr type="h" for="ch" forName="accent_1" refType="h" fact="0.1049"/>
              <dgm:constr type="l" for="ch" forName="parent_text_3" refType="w" fact="0.6182"/>
              <dgm:constr type="t" for="ch" forName="parent_text_3" refType="h" fact="0.465"/>
              <dgm:constr type="w" for="ch" forName="parent_text_3" refType="w" fact="0.3478"/>
              <dgm:constr type="h" for="ch" forName="parent_text_3" refType="h" fact="0.212"/>
              <dgm:constr type="l" for="ch" forName="parent_text_2" refType="w" fact="0.6311"/>
              <dgm:constr type="t" for="ch" forName="parent_text_2" refType="h" fact="0.7243"/>
              <dgm:constr type="w" for="ch" forName="parent_text_2" refType="w" fact="0.3478"/>
              <dgm:constr type="h" for="ch" forName="parent_text_2" refType="h" fact="0.1631"/>
              <dgm:constr type="l" for="ch" forName="parent_text_4" refType="w" fact="0.5878"/>
              <dgm:constr type="t" for="ch" forName="parent_text_4" refType="h" fact="0.2513"/>
              <dgm:constr type="w" for="ch" forName="parent_text_4" refType="w" fact="0.3478"/>
              <dgm:constr type="h" for="ch" forName="parent_text_4" refType="h" fact="0.1467"/>
              <dgm:constr type="l" for="ch" forName="accent_2" refType="w" fact="0.6265"/>
              <dgm:constr type="t" for="ch" forName="accent_2" refType="h" fact="0.0194"/>
              <dgm:constr type="w" for="ch" forName="accent_2" refType="w" fact="0.0515"/>
              <dgm:constr type="h" for="ch" forName="accent_2" refType="h" fact="0.0777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388"/>
              <dgm:constr type="l" for="ch" forName="parent_text_5" refType="w" fact="0.6522"/>
              <dgm:constr type="t" for="ch" forName="parent_text_5" refType="h" fact="0.0953"/>
              <dgm:constr type="w" for="ch" forName="parent_text_5" refType="w" fact="0.3478"/>
              <dgm:constr type="h" for="ch" forName="parent_text_5" refType="h" fact="0.1359"/>
              <dgm:constr type="l" for="ch" forName="accent_4" refType="w" fact="0.6136"/>
              <dgm:constr type="t" for="ch" forName="accent_4" refType="h" fact="0.8932"/>
              <dgm:constr type="w" for="ch" forName="accent_4" refType="w" fact="0.0386"/>
              <dgm:constr type="h" for="ch" forName="accent_4" refType="h" fact="0.0583"/>
            </dgm:constrLst>
          </dgm:if>
          <dgm:else name="Name21">
            <dgm:constrLst>
              <dgm:constr type="primFontSz" for="des" ptType="node" op="equ" val="65"/>
              <dgm:constr type="l" for="ch" forName="image_accent_5" refType="w" fact="0.3677"/>
              <dgm:constr type="t" for="ch" forName="image_accent_5" refType="h" fact="0.0862"/>
              <dgm:constr type="w" for="ch" forName="image_accent_5" refType="w" fact="0.1022"/>
              <dgm:constr type="h" for="ch" forName="image_accent_5" refType="h" fact="0.1541"/>
              <dgm:constr type="l" for="ch" forName="image_5" refType="w" fact="0.3738"/>
              <dgm:constr type="t" for="ch" forName="image_5" refType="h" fact="0.0953"/>
              <dgm:constr type="w" for="ch" forName="image_5" refType="w" fact="0.0902"/>
              <dgm:constr type="h" for="ch" forName="image_5" refType="h" fact="0.1359"/>
              <dgm:constr type="l" for="ch" forName="image_accent_4" refType="w" fact="0.437"/>
              <dgm:constr type="t" for="ch" forName="image_accent_4" refType="h" fact="0.2416"/>
              <dgm:constr type="w" for="ch" forName="image_accent_4" refType="w" fact="0.1103"/>
              <dgm:constr type="h" for="ch" forName="image_accent_4" refType="h" fact="0.1662"/>
              <dgm:constr type="l" for="ch" forName="image_4" refType="w" fact="0.4434"/>
              <dgm:constr type="t" for="ch" forName="image_4" refType="h" fact="0.2513"/>
              <dgm:constr type="w" for="ch" forName="image_4" refType="w" fact="0.0973"/>
              <dgm:constr type="h" for="ch" forName="image_4" refType="h" fact="0.1467"/>
              <dgm:constr type="l" for="ch" forName="image_accent_2" refType="w" fact="0.3942"/>
              <dgm:constr type="t" for="ch" forName="image_accent_2" refType="h" fact="0.7134"/>
              <dgm:constr type="w" for="ch" forName="image_accent_2" refType="w" fact="0.1226"/>
              <dgm:constr type="h" for="ch" forName="image_accent_2" refType="h" fact="0.1849"/>
              <dgm:constr type="l" for="ch" forName="image_2" refType="w" fact="0.4014"/>
              <dgm:constr type="t" for="ch" forName="image_2" refType="h" fact="0.7243"/>
              <dgm:constr type="w" for="ch" forName="image_2" refType="w" fact="0.1082"/>
              <dgm:constr type="h" for="ch" forName="image_2" refType="h" fact="0.1631"/>
              <dgm:constr type="l" for="ch" forName="image_accent_3" refType="w" fact="0.4075"/>
              <dgm:constr type="t" for="ch" forName="image_accent_3" refType="h" fact="0.4525"/>
              <dgm:constr type="w" for="ch" forName="image_accent_3" refType="w" fact="0.1573"/>
              <dgm:constr type="h" for="ch" forName="image_accent_3" refType="h" fact="0.2371"/>
              <dgm:constr type="l" for="ch" forName="image_3" refType="w" fact="0.4158"/>
              <dgm:constr type="t" for="ch" forName="image_3" refType="h" fact="0.465"/>
              <dgm:constr type="w" for="ch" forName="image_3" refType="w" fact="0.1407"/>
              <dgm:constr type="h" for="ch" forName="image_3" refType="h" fact="0.212"/>
              <dgm:constr type="l" for="ch" forName="image_accent_1" refType="w" fact="0.5338"/>
              <dgm:constr type="t" for="ch" forName="image_accent_1" refType="h" fact="0.6466"/>
              <dgm:constr type="w" for="ch" forName="image_accent_1" refType="w" fact="0.2344"/>
              <dgm:constr type="h" for="ch" forName="image_accent_1" refType="h" fact="0.3534"/>
              <dgm:constr type="l" for="ch" forName="image_1" refType="w" fact="0.5428"/>
              <dgm:constr type="t" for="ch" forName="image_1" refType="h" fact="0.6602"/>
              <dgm:constr type="w" for="ch" forName="image_1" refType="w" fact="0.2164"/>
              <dgm:constr type="h" for="ch" forName="image_1" refType="h" fact="0.3262"/>
              <dgm:constr type="l" for="ch" forName="parent_text_1" refType="w" fact="0.6522"/>
              <dgm:constr type="t" for="ch" forName="parent_text_1" refType="h" fact="0.465"/>
              <dgm:constr type="w" for="ch" forName="parent_text_1" refType="w" fact="0.3478"/>
              <dgm:constr type="h" for="ch" forName="parent_text_1" refType="h" fact="0.165"/>
              <dgm:constr type="l" for="ch" forName="accent_1" refType="w" fact="0.5492"/>
              <dgm:constr type="t" for="ch" forName="accent_1" refType="h" fact="0.3864"/>
              <dgm:constr type="w" for="ch" forName="accent_1" refType="w" fact="0.0696"/>
              <dgm:constr type="h" for="ch" forName="accent_1" refType="h" fact="0.1049"/>
              <dgm:constr type="l" for="ch" forName="parent_text_3" refType="w" fact="0.034"/>
              <dgm:constr type="t" for="ch" forName="parent_text_3" refType="h" fact="0.465"/>
              <dgm:constr type="w" for="ch" forName="parent_text_3" refType="w" fact="0.3478"/>
              <dgm:constr type="h" for="ch" forName="parent_text_3" refType="h" fact="0.212"/>
              <dgm:constr type="l" for="ch" forName="parent_text_2" refType="w" fact="0.0211"/>
              <dgm:constr type="t" for="ch" forName="parent_text_2" refType="h" fact="0.7243"/>
              <dgm:constr type="w" for="ch" forName="parent_text_2" refType="w" fact="0.3478"/>
              <dgm:constr type="h" for="ch" forName="parent_text_2" refType="h" fact="0.1631"/>
              <dgm:constr type="l" for="ch" forName="parent_text_4" refType="w" fact="0.0644"/>
              <dgm:constr type="t" for="ch" forName="parent_text_4" refType="h" fact="0.2513"/>
              <dgm:constr type="w" for="ch" forName="parent_text_4" refType="w" fact="0.3478"/>
              <dgm:constr type="h" for="ch" forName="parent_text_4" refType="h" fact="0.1467"/>
              <dgm:constr type="l" for="ch" forName="accent_2" refType="w" fact="0.322"/>
              <dgm:constr type="t" for="ch" forName="accent_2" refType="h" fact="0.0194"/>
              <dgm:constr type="w" for="ch" forName="accent_2" refType="w" fact="0.0515"/>
              <dgm:constr type="h" for="ch" forName="accent_2" refType="h" fact="0.0777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388"/>
              <dgm:constr type="l" for="ch" forName="parent_text_5" refType="w" fact="0"/>
              <dgm:constr type="t" for="ch" forName="parent_text_5" refType="h" fact="0.0953"/>
              <dgm:constr type="w" for="ch" forName="parent_text_5" refType="w" fact="0.3478"/>
              <dgm:constr type="h" for="ch" forName="parent_text_5" refType="h" fact="0.1359"/>
              <dgm:constr type="l" for="ch" forName="accent_4" refType="w" fact="0.3478"/>
              <dgm:constr type="t" for="ch" forName="accent_4" refType="h" fact="0.8932"/>
              <dgm:constr type="w" for="ch" forName="accent_4" refType="w" fact="0.0386"/>
              <dgm:constr type="h" for="ch" forName="accent_4" refType="h" fact="0.0583"/>
            </dgm:constrLst>
          </dgm:else>
        </dgm:choose>
      </dgm:if>
      <dgm:if name="Name22" axis="ch" ptType="node" func="cnt" op="equ" val="6">
        <dgm:alg type="composite">
          <dgm:param type="ar" val="1.1351"/>
        </dgm:alg>
        <dgm:choose name="Name23">
          <dgm:if name="Name24" func="var" arg="dir" op="equ" val="norm">
            <dgm:constrLst>
              <dgm:constr type="primFontSz" for="des" ptType="node" op="equ" val="65"/>
              <dgm:constr type="l" for="ch" forName="image_accent_6" refType="w" fact="0.3864"/>
              <dgm:constr type="t" for="ch" forName="image_accent_6" refType="h" fact="0.7456"/>
              <dgm:constr type="w" for="ch" forName="image_accent_6" refType="w" fact="0.1757"/>
              <dgm:constr type="h" for="ch" forName="image_accent_6" refType="h" fact="0.1995"/>
              <dgm:constr type="l" for="ch" forName="image_6" refType="w" fact="0.3957"/>
              <dgm:constr type="t" for="ch" forName="image_6" refType="h" fact="0.7561"/>
              <dgm:constr type="w" for="ch" forName="image_6" refType="w" fact="0.1572"/>
              <dgm:constr type="h" for="ch" forName="image_6" refType="h" fact="0.1784"/>
              <dgm:constr type="l" for="ch" forName="image_accent_5" refType="w" fact="0.5301"/>
              <dgm:constr type="t" for="ch" forName="image_accent_5" refType="h" fact="0.0649"/>
              <dgm:constr type="w" for="ch" forName="image_accent_5" refType="w" fact="0.1022"/>
              <dgm:constr type="h" for="ch" forName="image_accent_5" refType="h" fact="0.116"/>
              <dgm:constr type="l" for="ch" forName="image_5" refType="w" fact="0.5361"/>
              <dgm:constr type="t" for="ch" forName="image_5" refType="h" fact="0.0717"/>
              <dgm:constr type="w" for="ch" forName="image_5" refType="w" fact="0.0902"/>
              <dgm:constr type="h" for="ch" forName="image_5" refType="h" fact="0.1023"/>
              <dgm:constr type="l" for="ch" forName="image_accent_4" refType="w" fact="0.4528"/>
              <dgm:constr type="t" for="ch" forName="image_accent_4" refType="h" fact="0.1819"/>
              <dgm:constr type="w" for="ch" forName="image_accent_4" refType="w" fact="0.1103"/>
              <dgm:constr type="h" for="ch" forName="image_accent_4" refType="h" fact="0.1251"/>
              <dgm:constr type="l" for="ch" forName="image_4" refType="w" fact="0.4593"/>
              <dgm:constr type="t" for="ch" forName="image_4" refType="h" fact="0.1892"/>
              <dgm:constr type="w" for="ch" forName="image_4" refType="w" fact="0.0973"/>
              <dgm:constr type="h" for="ch" forName="image_4" refType="h" fact="0.1104"/>
              <dgm:constr type="l" for="ch" forName="image_accent_2" refType="w" fact="0.4832"/>
              <dgm:constr type="t" for="ch" forName="image_accent_2" refType="h" fact="0.5371"/>
              <dgm:constr type="w" for="ch" forName="image_accent_2" refType="w" fact="0.1226"/>
              <dgm:constr type="h" for="ch" forName="image_accent_2" refType="h" fact="0.1392"/>
              <dgm:constr type="l" for="ch" forName="image_2" refType="w" fact="0.4904"/>
              <dgm:constr type="t" for="ch" forName="image_2" refType="h" fact="0.5453"/>
              <dgm:constr type="w" for="ch" forName="image_2" refType="w" fact="0.1082"/>
              <dgm:constr type="h" for="ch" forName="image_2" refType="h" fact="0.1228"/>
              <dgm:constr type="l" for="ch" forName="image_accent_3" refType="w" fact="0.4352"/>
              <dgm:constr type="t" for="ch" forName="image_accent_3" refType="h" fact="0.3407"/>
              <dgm:constr type="w" for="ch" forName="image_accent_3" refType="w" fact="0.1573"/>
              <dgm:constr type="h" for="ch" forName="image_accent_3" refType="h" fact="0.1785"/>
              <dgm:constr type="l" for="ch" forName="image_3" refType="w" fact="0.4435"/>
              <dgm:constr type="t" for="ch" forName="image_3" refType="h" fact="0.3501"/>
              <dgm:constr type="w" for="ch" forName="image_3" refType="w" fact="0.1407"/>
              <dgm:constr type="h" for="ch" forName="image_3" refType="h" fact="0.1596"/>
              <dgm:constr type="l" for="ch" forName="image_accent_1" refType="w" fact="0.2318"/>
              <dgm:constr type="t" for="ch" forName="image_accent_1" refType="h" fact="0.4869"/>
              <dgm:constr type="w" for="ch" forName="image_accent_1" refType="w" fact="0.2344"/>
              <dgm:constr type="h" for="ch" forName="image_accent_1" refType="h" fact="0.2661"/>
              <dgm:constr type="l" for="ch" forName="image_1" refType="w" fact="0.2401"/>
              <dgm:constr type="t" for="ch" forName="image_1" refType="h" fact="0.4971"/>
              <dgm:constr type="w" for="ch" forName="image_1" refType="w" fact="0.2164"/>
              <dgm:constr type="h" for="ch" forName="image_1" refType="h" fact="0.2456"/>
              <dgm:constr type="l" for="ch" forName="parent_text_1" refType="w" fact="0"/>
              <dgm:constr type="t" for="ch" forName="parent_text_1" refType="h" fact="0.3501"/>
              <dgm:constr type="w" for="ch" forName="parent_text_1" refType="w" fact="0.3478"/>
              <dgm:constr type="h" for="ch" forName="parent_text_1" refType="h" fact="0.125"/>
              <dgm:constr type="l" for="ch" forName="accent_1" refType="w" fact="0.3813"/>
              <dgm:constr type="t" for="ch" forName="accent_1" refType="h" fact="0.2909"/>
              <dgm:constr type="w" for="ch" forName="accent_1" refType="w" fact="0.0696"/>
              <dgm:constr type="h" for="ch" forName="accent_1" refType="h" fact="0.0789"/>
              <dgm:constr type="l" for="ch" forName="parent_text_2" refType="w" fact="0.6311"/>
              <dgm:constr type="t" for="ch" forName="parent_text_2" refType="h" fact="0.5453"/>
              <dgm:constr type="w" for="ch" forName="parent_text_2" refType="w" fact="0.3478"/>
              <dgm:constr type="h" for="ch" forName="parent_text_2" refType="h" fact="0.1228"/>
              <dgm:constr type="l" for="ch" forName="parent_text_4" refType="w" fact="0.5878"/>
              <dgm:constr type="t" for="ch" forName="parent_text_4" refType="h" fact="0.1892"/>
              <dgm:constr type="w" for="ch" forName="parent_text_4" refType="w" fact="0.3478"/>
              <dgm:constr type="h" for="ch" forName="parent_text_4" refType="h" fact="0.1104"/>
              <dgm:constr type="l" for="ch" forName="accent_2" refType="w" fact="0.6265"/>
              <dgm:constr type="t" for="ch" forName="accent_2" refType="h" fact="0.0146"/>
              <dgm:constr type="w" for="ch" forName="accent_2" refType="w" fact="0.0515"/>
              <dgm:constr type="h" for="ch" forName="accent_2" refType="h" fact="0.0585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292"/>
              <dgm:constr type="l" for="ch" forName="parent_text_5" refType="w" fact="0.6522"/>
              <dgm:constr type="t" for="ch" forName="parent_text_5" refType="h" fact="0.0717"/>
              <dgm:constr type="w" for="ch" forName="parent_text_5" refType="w" fact="0.3478"/>
              <dgm:constr type="h" for="ch" forName="parent_text_5" refType="h" fact="0.1023"/>
              <dgm:constr type="l" for="ch" forName="parent_text_3" refType="w" fact="0.6182"/>
              <dgm:constr type="t" for="ch" forName="parent_text_3" refType="h" fact="0.3501"/>
              <dgm:constr type="w" for="ch" forName="parent_text_3" refType="w" fact="0.3478"/>
              <dgm:constr type="h" for="ch" forName="parent_text_3" refType="h" fact="0.1596"/>
              <dgm:constr type="l" for="ch" forName="accent_4" refType="w" fact="0.5538"/>
              <dgm:constr type="t" for="ch" forName="accent_4" refType="h" fact="0.9211"/>
              <dgm:constr type="w" for="ch" forName="accent_4" refType="w" fact="0.0696"/>
              <dgm:constr type="h" for="ch" forName="accent_4" refType="h" fact="0.0789"/>
              <dgm:constr type="l" for="ch" forName="parent_text_6" refType="w" fact="0.0195"/>
              <dgm:constr type="t" for="ch" forName="parent_text_6" refType="h" fact="0.7561"/>
              <dgm:constr type="w" for="ch" forName="parent_text_6" refType="w" fact="0.3478"/>
              <dgm:constr type="h" for="ch" forName="parent_text_6" refType="h" fact="0.1784"/>
              <dgm:constr type="l" for="ch" forName="accent_5" refType="w" fact="0.6182"/>
              <dgm:constr type="t" for="ch" forName="accent_5" refType="h" fact="0.6725"/>
              <dgm:constr type="w" for="ch" forName="accent_5" refType="w" fact="0.0386"/>
              <dgm:constr type="h" for="ch" forName="accent_5" refType="h" fact="0.0439"/>
            </dgm:constrLst>
          </dgm:if>
          <dgm:else name="Name25">
            <dgm:constrLst>
              <dgm:constr type="primFontSz" for="des" ptType="node" op="equ" val="65"/>
              <dgm:constr type="l" for="ch" forName="image_accent_6" refType="w" fact="0.4379"/>
              <dgm:constr type="t" for="ch" forName="image_accent_6" refType="h" fact="0.7456"/>
              <dgm:constr type="w" for="ch" forName="image_accent_6" refType="w" fact="0.1757"/>
              <dgm:constr type="h" for="ch" forName="image_accent_6" refType="h" fact="0.1995"/>
              <dgm:constr type="l" for="ch" forName="image_6" refType="w" fact="0.4471"/>
              <dgm:constr type="t" for="ch" forName="image_6" refType="h" fact="0.7561"/>
              <dgm:constr type="w" for="ch" forName="image_6" refType="w" fact="0.1572"/>
              <dgm:constr type="h" for="ch" forName="image_6" refType="h" fact="0.1784"/>
              <dgm:constr type="l" for="ch" forName="image_accent_5" refType="w" fact="0.3677"/>
              <dgm:constr type="t" for="ch" forName="image_accent_5" refType="h" fact="0.0649"/>
              <dgm:constr type="w" for="ch" forName="image_accent_5" refType="w" fact="0.1022"/>
              <dgm:constr type="h" for="ch" forName="image_accent_5" refType="h" fact="0.116"/>
              <dgm:constr type="l" for="ch" forName="image_5" refType="w" fact="0.3738"/>
              <dgm:constr type="t" for="ch" forName="image_5" refType="h" fact="0.0717"/>
              <dgm:constr type="w" for="ch" forName="image_5" refType="w" fact="0.0902"/>
              <dgm:constr type="h" for="ch" forName="image_5" refType="h" fact="0.1023"/>
              <dgm:constr type="l" for="ch" forName="image_accent_4" refType="w" fact="0.437"/>
              <dgm:constr type="t" for="ch" forName="image_accent_4" refType="h" fact="0.1819"/>
              <dgm:constr type="w" for="ch" forName="image_accent_4" refType="w" fact="0.1103"/>
              <dgm:constr type="h" for="ch" forName="image_accent_4" refType="h" fact="0.1251"/>
              <dgm:constr type="l" for="ch" forName="image_4" refType="w" fact="0.4434"/>
              <dgm:constr type="t" for="ch" forName="image_4" refType="h" fact="0.1892"/>
              <dgm:constr type="w" for="ch" forName="image_4" refType="w" fact="0.0973"/>
              <dgm:constr type="h" for="ch" forName="image_4" refType="h" fact="0.1104"/>
              <dgm:constr type="l" for="ch" forName="image_accent_2" refType="w" fact="0.3942"/>
              <dgm:constr type="t" for="ch" forName="image_accent_2" refType="h" fact="0.5371"/>
              <dgm:constr type="w" for="ch" forName="image_accent_2" refType="w" fact="0.1226"/>
              <dgm:constr type="h" for="ch" forName="image_accent_2" refType="h" fact="0.1392"/>
              <dgm:constr type="l" for="ch" forName="image_2" refType="w" fact="0.4014"/>
              <dgm:constr type="t" for="ch" forName="image_2" refType="h" fact="0.5453"/>
              <dgm:constr type="w" for="ch" forName="image_2" refType="w" fact="0.1082"/>
              <dgm:constr type="h" for="ch" forName="image_2" refType="h" fact="0.1228"/>
              <dgm:constr type="l" for="ch" forName="image_accent_3" refType="w" fact="0.4075"/>
              <dgm:constr type="t" for="ch" forName="image_accent_3" refType="h" fact="0.3407"/>
              <dgm:constr type="w" for="ch" forName="image_accent_3" refType="w" fact="0.1573"/>
              <dgm:constr type="h" for="ch" forName="image_accent_3" refType="h" fact="0.1785"/>
              <dgm:constr type="l" for="ch" forName="image_3" refType="w" fact="0.4158"/>
              <dgm:constr type="t" for="ch" forName="image_3" refType="h" fact="0.3501"/>
              <dgm:constr type="w" for="ch" forName="image_3" refType="w" fact="0.1407"/>
              <dgm:constr type="h" for="ch" forName="image_3" refType="h" fact="0.1596"/>
              <dgm:constr type="l" for="ch" forName="image_accent_1" refType="w" fact="0.5338"/>
              <dgm:constr type="t" for="ch" forName="image_accent_1" refType="h" fact="0.4869"/>
              <dgm:constr type="w" for="ch" forName="image_accent_1" refType="w" fact="0.2344"/>
              <dgm:constr type="h" for="ch" forName="image_accent_1" refType="h" fact="0.2661"/>
              <dgm:constr type="l" for="ch" forName="image_1" refType="w" fact="0.5435"/>
              <dgm:constr type="t" for="ch" forName="image_1" refType="h" fact="0.4971"/>
              <dgm:constr type="w" for="ch" forName="image_1" refType="w" fact="0.2164"/>
              <dgm:constr type="h" for="ch" forName="image_1" refType="h" fact="0.2456"/>
              <dgm:constr type="l" for="ch" forName="parent_text_1" refType="w" fact="0.6522"/>
              <dgm:constr type="t" for="ch" forName="parent_text_1" refType="h" fact="0.3501"/>
              <dgm:constr type="w" for="ch" forName="parent_text_1" refType="w" fact="0.3478"/>
              <dgm:constr type="h" for="ch" forName="parent_text_1" refType="h" fact="0.125"/>
              <dgm:constr type="l" for="ch" forName="accent_1" refType="w" fact="0.5492"/>
              <dgm:constr type="t" for="ch" forName="accent_1" refType="h" fact="0.2909"/>
              <dgm:constr type="w" for="ch" forName="accent_1" refType="w" fact="0.0696"/>
              <dgm:constr type="h" for="ch" forName="accent_1" refType="h" fact="0.0789"/>
              <dgm:constr type="l" for="ch" forName="parent_text_2" refType="w" fact="0.0211"/>
              <dgm:constr type="t" for="ch" forName="parent_text_2" refType="h" fact="0.5453"/>
              <dgm:constr type="w" for="ch" forName="parent_text_2" refType="w" fact="0.3478"/>
              <dgm:constr type="h" for="ch" forName="parent_text_2" refType="h" fact="0.1228"/>
              <dgm:constr type="l" for="ch" forName="parent_text_4" refType="w" fact="0.0644"/>
              <dgm:constr type="t" for="ch" forName="parent_text_4" refType="h" fact="0.1892"/>
              <dgm:constr type="w" for="ch" forName="parent_text_4" refType="w" fact="0.3478"/>
              <dgm:constr type="h" for="ch" forName="parent_text_4" refType="h" fact="0.1104"/>
              <dgm:constr type="l" for="ch" forName="accent_2" refType="w" fact="0.322"/>
              <dgm:constr type="t" for="ch" forName="accent_2" refType="h" fact="0.0146"/>
              <dgm:constr type="w" for="ch" forName="accent_2" refType="w" fact="0.0515"/>
              <dgm:constr type="h" for="ch" forName="accent_2" refType="h" fact="0.0585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292"/>
              <dgm:constr type="l" for="ch" forName="parent_text_5" refType="w" fact="0"/>
              <dgm:constr type="t" for="ch" forName="parent_text_5" refType="h" fact="0.0717"/>
              <dgm:constr type="w" for="ch" forName="parent_text_5" refType="w" fact="0.3478"/>
              <dgm:constr type="h" for="ch" forName="parent_text_5" refType="h" fact="0.1023"/>
              <dgm:constr type="l" for="ch" forName="parent_text_3" refType="w" fact="0.034"/>
              <dgm:constr type="t" for="ch" forName="parent_text_3" refType="h" fact="0.3501"/>
              <dgm:constr type="w" for="ch" forName="parent_text_3" refType="w" fact="0.3478"/>
              <dgm:constr type="h" for="ch" forName="parent_text_3" refType="h" fact="0.1596"/>
              <dgm:constr type="l" for="ch" forName="accent_4" refType="w" fact="0.3766"/>
              <dgm:constr type="t" for="ch" forName="accent_4" refType="h" fact="0.9211"/>
              <dgm:constr type="w" for="ch" forName="accent_4" refType="w" fact="0.0696"/>
              <dgm:constr type="h" for="ch" forName="accent_4" refType="h" fact="0.0789"/>
              <dgm:constr type="l" for="ch" forName="parent_text_6" refType="w" fact="0.6328"/>
              <dgm:constr type="t" for="ch" forName="parent_text_6" refType="h" fact="0.7561"/>
              <dgm:constr type="w" for="ch" forName="parent_text_6" refType="w" fact="0.3478"/>
              <dgm:constr type="h" for="ch" forName="parent_text_6" refType="h" fact="0.1784"/>
              <dgm:constr type="l" for="ch" forName="accent_5" refType="w" fact="0.3431"/>
              <dgm:constr type="t" for="ch" forName="accent_5" refType="h" fact="0.6725"/>
              <dgm:constr type="w" for="ch" forName="accent_5" refType="w" fact="0.0386"/>
              <dgm:constr type="h" for="ch" forName="accent_5" refType="h" fact="0.0439"/>
            </dgm:constrLst>
          </dgm:else>
        </dgm:choose>
      </dgm:if>
      <dgm:if name="Name26" axis="ch" ptType="node" func="cnt" op="equ" val="7">
        <dgm:alg type="composite">
          <dgm:param type="ar" val="1.0352"/>
        </dgm:alg>
        <dgm:choose name="Name27">
          <dgm:if name="Name28" func="var" arg="dir" op="equ" val="norm">
            <dgm:constrLst>
              <dgm:constr type="primFontSz" for="des" ptType="node" op="equ" val="65"/>
              <dgm:constr type="l" for="ch" forName="accent_1" refType="w" fact="0.7553"/>
              <dgm:constr type="t" for="ch" forName="accent_1" refType="h" fact="0.96"/>
              <dgm:constr type="w" for="ch" forName="accent_1" refType="w" fact="0.0386"/>
              <dgm:constr type="h" for="ch" forName="accent_1" refType="h" fact="0.04"/>
              <dgm:constr type="l" for="ch" forName="image_accent_2" refType="w" fact="0.4832"/>
              <dgm:constr type="t" for="ch" forName="image_accent_2" refType="h" fact="0.4899"/>
              <dgm:constr type="w" for="ch" forName="image_accent_2" refType="w" fact="0.1226"/>
              <dgm:constr type="h" for="ch" forName="image_accent_2" refType="h" fact="0.1269"/>
              <dgm:constr type="l" for="ch" forName="image_2" refType="w" fact="0.4904"/>
              <dgm:constr type="t" for="ch" forName="image_2" refType="h" fact="0.4973"/>
              <dgm:constr type="w" for="ch" forName="image_2" refType="w" fact="0.1082"/>
              <dgm:constr type="h" for="ch" forName="image_2" refType="h" fact="0.112"/>
              <dgm:constr type="l" for="ch" forName="image_accent_3" refType="w" fact="0.4352"/>
              <dgm:constr type="t" for="ch" forName="image_accent_3" refType="h" fact="0.3107"/>
              <dgm:constr type="w" for="ch" forName="image_accent_3" refType="w" fact="0.1573"/>
              <dgm:constr type="h" for="ch" forName="image_accent_3" refType="h" fact="0.1628"/>
              <dgm:constr type="l" for="ch" forName="image_3" refType="w" fact="0.4435"/>
              <dgm:constr type="t" for="ch" forName="image_3" refType="h" fact="0.3193"/>
              <dgm:constr type="w" for="ch" forName="image_3" refType="w" fact="0.1407"/>
              <dgm:constr type="h" for="ch" forName="image_3" refType="h" fact="0.1456"/>
              <dgm:constr type="l" for="ch" forName="image_accent_4" refType="w" fact="0.4528"/>
              <dgm:constr type="t" for="ch" forName="image_accent_4" refType="h" fact="0.1659"/>
              <dgm:constr type="w" for="ch" forName="image_accent_4" refType="w" fact="0.1103"/>
              <dgm:constr type="h" for="ch" forName="image_accent_4" refType="h" fact="0.1141"/>
              <dgm:constr type="l" for="ch" forName="image_4" refType="w" fact="0.4593"/>
              <dgm:constr type="t" for="ch" forName="image_4" refType="h" fact="0.1726"/>
              <dgm:constr type="w" for="ch" forName="image_4" refType="w" fact="0.0973"/>
              <dgm:constr type="h" for="ch" forName="image_4" refType="h" fact="0.1007"/>
              <dgm:constr type="l" for="ch" forName="image_accent_5" refType="w" fact="0.5301"/>
              <dgm:constr type="t" for="ch" forName="image_accent_5" refType="h" fact="0.0592"/>
              <dgm:constr type="w" for="ch" forName="image_accent_5" refType="w" fact="0.1022"/>
              <dgm:constr type="h" for="ch" forName="image_accent_5" refType="h" fact="0.1058"/>
              <dgm:constr type="l" for="ch" forName="image_5" refType="w" fact="0.5361"/>
              <dgm:constr type="t" for="ch" forName="image_5" refType="h" fact="0.0654"/>
              <dgm:constr type="w" for="ch" forName="image_5" refType="w" fact="0.0902"/>
              <dgm:constr type="h" for="ch" forName="image_5" refType="h" fact="0.0933"/>
              <dgm:constr type="l" for="ch" forName="image_accent_6" refType="w" fact="0.3864"/>
              <dgm:constr type="t" for="ch" forName="image_accent_6" refType="h" fact="0.68"/>
              <dgm:constr type="w" for="ch" forName="image_accent_6" refType="w" fact="0.1757"/>
              <dgm:constr type="h" for="ch" forName="image_accent_6" refType="h" fact="0.1819"/>
              <dgm:constr type="l" for="ch" forName="image_6" refType="w" fact="0.3957"/>
              <dgm:constr type="t" for="ch" forName="image_6" refType="h" fact="0.6896"/>
              <dgm:constr type="w" for="ch" forName="image_6" refType="w" fact="0.1572"/>
              <dgm:constr type="h" for="ch" forName="image_6" refType="h" fact="0.1627"/>
              <dgm:constr type="l" for="ch" forName="image_accent_7" refType="w" fact="0.5291"/>
              <dgm:constr type="t" for="ch" forName="image_accent_7" refType="h" fact="0.8325"/>
              <dgm:constr type="w" for="ch" forName="image_accent_7" refType="w" fact="0.1103"/>
              <dgm:constr type="h" for="ch" forName="image_accent_7" refType="h" fact="0.1141"/>
              <dgm:constr type="l" for="ch" forName="image_7" refType="w" fact="0.5356"/>
              <dgm:constr type="t" for="ch" forName="image_7" refType="h" fact="0.8392"/>
              <dgm:constr type="w" for="ch" forName="image_7" refType="w" fact="0.0973"/>
              <dgm:constr type="h" for="ch" forName="image_7" refType="h" fact="0.1007"/>
              <dgm:constr type="l" for="ch" forName="image_accent_1" refType="w" fact="0.2318"/>
              <dgm:constr type="t" for="ch" forName="image_accent_1" refType="h" fact="0.444"/>
              <dgm:constr type="w" for="ch" forName="image_accent_1" refType="w" fact="0.2344"/>
              <dgm:constr type="h" for="ch" forName="image_accent_1" refType="h" fact="0.2426"/>
              <dgm:constr type="l" for="ch" forName="image_1" refType="w" fact="0.2408"/>
              <dgm:constr type="t" for="ch" forName="image_1" refType="h" fact="0.4533"/>
              <dgm:constr type="w" for="ch" forName="image_1" refType="w" fact="0.2164"/>
              <dgm:constr type="h" for="ch" forName="image_1" refType="h" fact="0.224"/>
              <dgm:constr type="l" for="ch" forName="parent_text_1" refType="w" fact="0"/>
              <dgm:constr type="t" for="ch" forName="parent_text_1" refType="h" fact="0.3193"/>
              <dgm:constr type="w" for="ch" forName="parent_text_1" refType="w" fact="0.3478"/>
              <dgm:constr type="h" for="ch" forName="parent_text_1" refType="h" fact="0.115"/>
              <dgm:constr type="l" for="ch" forName="accent_2" refType="w" fact="0.3813"/>
              <dgm:constr type="t" for="ch" forName="accent_2" refType="h" fact="0.2653"/>
              <dgm:constr type="w" for="ch" forName="accent_2" refType="w" fact="0.0696"/>
              <dgm:constr type="h" for="ch" forName="accent_2" refType="h" fact="0.072"/>
              <dgm:constr type="l" for="ch" forName="parent_text_2" refType="w" fact="0.6311"/>
              <dgm:constr type="t" for="ch" forName="parent_text_2" refType="h" fact="0.4973"/>
              <dgm:constr type="w" for="ch" forName="parent_text_2" refType="w" fact="0.3478"/>
              <dgm:constr type="h" for="ch" forName="parent_text_2" refType="h" fact="0.112"/>
              <dgm:constr type="l" for="ch" forName="parent_text_4" refType="w" fact="0.5878"/>
              <dgm:constr type="t" for="ch" forName="parent_text_4" refType="h" fact="0.1726"/>
              <dgm:constr type="w" for="ch" forName="parent_text_4" refType="w" fact="0.3478"/>
              <dgm:constr type="h" for="ch" forName="parent_text_4" refType="h" fact="0.1007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267"/>
              <dgm:constr type="l" for="ch" forName="parent_text_5" refType="w" fact="0.6522"/>
              <dgm:constr type="t" for="ch" forName="parent_text_5" refType="h" fact="0.0654"/>
              <dgm:constr type="w" for="ch" forName="parent_text_5" refType="w" fact="0.3478"/>
              <dgm:constr type="h" for="ch" forName="parent_text_5" refType="h" fact="0.0933"/>
              <dgm:constr type="l" for="ch" forName="parent_text_3" refType="w" fact="0.6182"/>
              <dgm:constr type="t" for="ch" forName="parent_text_3" refType="h" fact="0.3193"/>
              <dgm:constr type="w" for="ch" forName="parent_text_3" refType="w" fact="0.3478"/>
              <dgm:constr type="h" for="ch" forName="parent_text_3" refType="h" fact="0.1456"/>
              <dgm:constr type="l" for="ch" forName="parent_text_6" refType="w" fact="0.02"/>
              <dgm:constr type="t" for="ch" forName="parent_text_6" refType="h" fact="0.6896"/>
              <dgm:constr type="w" for="ch" forName="parent_text_6" refType="w" fact="0.3478"/>
              <dgm:constr type="h" for="ch" forName="parent_text_6" refType="h" fact="0.1627"/>
              <dgm:constr type="l" for="ch" forName="accent_4" refType="w" fact="0.6265"/>
              <dgm:constr type="t" for="ch" forName="accent_4" refType="h" fact="0.0213"/>
              <dgm:constr type="w" for="ch" forName="accent_4" refType="w" fact="0.0515"/>
              <dgm:constr type="h" for="ch" forName="accent_4" refType="h" fact="0.0533"/>
              <dgm:constr type="l" for="ch" forName="accent_5" refType="w" fact="0.6522"/>
              <dgm:constr type="t" for="ch" forName="accent_5" refType="h" fact="0.92"/>
              <dgm:constr type="w" for="ch" forName="accent_5" refType="w" fact="0.0696"/>
              <dgm:constr type="h" for="ch" forName="accent_5" refType="h" fact="0.072"/>
              <dgm:constr type="l" for="ch" forName="parent_text_7" refType="w" fact="0.105"/>
              <dgm:constr type="t" for="ch" forName="parent_text_7" refType="h" fact="0.87"/>
              <dgm:constr type="w" for="ch" forName="parent_text_7" refType="w" fact="0.407"/>
              <dgm:constr type="h" for="ch" forName="parent_text_7" refType="h" fact="0.13"/>
              <dgm:constr type="l" for="ch" forName="accent_6" refType="w" fact="0.6136"/>
              <dgm:constr type="t" for="ch" forName="accent_6" refType="h" fact="0.6133"/>
              <dgm:constr type="w" for="ch" forName="accent_6" refType="w" fact="0.0386"/>
              <dgm:constr type="h" for="ch" forName="accent_6" refType="h" fact="0.04"/>
            </dgm:constrLst>
          </dgm:if>
          <dgm:else name="Name29">
            <dgm:constrLst>
              <dgm:constr type="primFontSz" for="des" ptType="node" op="equ" val="65"/>
              <dgm:constr type="l" for="ch" forName="accent_1" refType="w" fact="0.2061"/>
              <dgm:constr type="t" for="ch" forName="accent_1" refType="h" fact="0.96"/>
              <dgm:constr type="w" for="ch" forName="accent_1" refType="w" fact="0.0386"/>
              <dgm:constr type="h" for="ch" forName="accent_1" refType="h" fact="0.04"/>
              <dgm:constr type="l" for="ch" forName="image_accent_7" refType="w" fact="0.3606"/>
              <dgm:constr type="t" for="ch" forName="image_accent_7" refType="h" fact="0.8325"/>
              <dgm:constr type="w" for="ch" forName="image_accent_7" refType="w" fact="0.1103"/>
              <dgm:constr type="h" for="ch" forName="image_accent_7" refType="h" fact="0.1141"/>
              <dgm:constr type="l" for="ch" forName="image_7" refType="w" fact="0.3671"/>
              <dgm:constr type="t" for="ch" forName="image_7" refType="h" fact="0.8392"/>
              <dgm:constr type="w" for="ch" forName="image_7" refType="w" fact="0.0973"/>
              <dgm:constr type="h" for="ch" forName="image_7" refType="h" fact="0.1007"/>
              <dgm:constr type="l" for="ch" forName="image_accent_6" refType="w" fact="0.4379"/>
              <dgm:constr type="t" for="ch" forName="image_accent_6" refType="h" fact="0.68"/>
              <dgm:constr type="w" for="ch" forName="image_accent_6" refType="w" fact="0.1757"/>
              <dgm:constr type="h" for="ch" forName="image_accent_6" refType="h" fact="0.1819"/>
              <dgm:constr type="l" for="ch" forName="image_6" refType="w" fact="0.4471"/>
              <dgm:constr type="t" for="ch" forName="image_6" refType="h" fact="0.6896"/>
              <dgm:constr type="w" for="ch" forName="image_6" refType="w" fact="0.1572"/>
              <dgm:constr type="h" for="ch" forName="image_6" refType="h" fact="0.1627"/>
              <dgm:constr type="l" for="ch" forName="image_accent_5" refType="w" fact="0.3677"/>
              <dgm:constr type="t" for="ch" forName="image_accent_5" refType="h" fact="0.0592"/>
              <dgm:constr type="w" for="ch" forName="image_accent_5" refType="w" fact="0.1022"/>
              <dgm:constr type="h" for="ch" forName="image_accent_5" refType="h" fact="0.1058"/>
              <dgm:constr type="l" for="ch" forName="image_5" refType="w" fact="0.3738"/>
              <dgm:constr type="t" for="ch" forName="image_5" refType="h" fact="0.0654"/>
              <dgm:constr type="w" for="ch" forName="image_5" refType="w" fact="0.0902"/>
              <dgm:constr type="h" for="ch" forName="image_5" refType="h" fact="0.0933"/>
              <dgm:constr type="l" for="ch" forName="image_accent_4" refType="w" fact="0.437"/>
              <dgm:constr type="t" for="ch" forName="image_accent_4" refType="h" fact="0.1659"/>
              <dgm:constr type="w" for="ch" forName="image_accent_4" refType="w" fact="0.1103"/>
              <dgm:constr type="h" for="ch" forName="image_accent_4" refType="h" fact="0.1141"/>
              <dgm:constr type="l" for="ch" forName="image_4" refType="w" fact="0.4434"/>
              <dgm:constr type="t" for="ch" forName="image_4" refType="h" fact="0.1726"/>
              <dgm:constr type="w" for="ch" forName="image_4" refType="w" fact="0.0973"/>
              <dgm:constr type="h" for="ch" forName="image_4" refType="h" fact="0.1007"/>
              <dgm:constr type="l" for="ch" forName="image_accent_2" refType="w" fact="0.3942"/>
              <dgm:constr type="t" for="ch" forName="image_accent_2" refType="h" fact="0.4899"/>
              <dgm:constr type="w" for="ch" forName="image_accent_2" refType="w" fact="0.1226"/>
              <dgm:constr type="h" for="ch" forName="image_accent_2" refType="h" fact="0.1269"/>
              <dgm:constr type="l" for="ch" forName="image_2" refType="w" fact="0.4014"/>
              <dgm:constr type="t" for="ch" forName="image_2" refType="h" fact="0.4973"/>
              <dgm:constr type="w" for="ch" forName="image_2" refType="w" fact="0.1082"/>
              <dgm:constr type="h" for="ch" forName="image_2" refType="h" fact="0.112"/>
              <dgm:constr type="l" for="ch" forName="image_accent_3" refType="w" fact="0.4075"/>
              <dgm:constr type="t" for="ch" forName="image_accent_3" refType="h" fact="0.3107"/>
              <dgm:constr type="w" for="ch" forName="image_accent_3" refType="w" fact="0.1573"/>
              <dgm:constr type="h" for="ch" forName="image_accent_3" refType="h" fact="0.1628"/>
              <dgm:constr type="l" for="ch" forName="image_3" refType="w" fact="0.4158"/>
              <dgm:constr type="t" for="ch" forName="image_3" refType="h" fact="0.3193"/>
              <dgm:constr type="w" for="ch" forName="image_3" refType="w" fact="0.1407"/>
              <dgm:constr type="h" for="ch" forName="image_3" refType="h" fact="0.1456"/>
              <dgm:constr type="l" for="ch" forName="image_accent_1" refType="w" fact="0.5338"/>
              <dgm:constr type="t" for="ch" forName="image_accent_1" refType="h" fact="0.444"/>
              <dgm:constr type="w" for="ch" forName="image_accent_1" refType="w" fact="0.2344"/>
              <dgm:constr type="h" for="ch" forName="image_accent_1" refType="h" fact="0.2426"/>
              <dgm:constr type="l" for="ch" forName="image_1" refType="w" fact="0.5428"/>
              <dgm:constr type="t" for="ch" forName="image_1" refType="h" fact="0.4533"/>
              <dgm:constr type="w" for="ch" forName="image_1" refType="w" fact="0.2164"/>
              <dgm:constr type="h" for="ch" forName="image_1" refType="h" fact="0.224"/>
              <dgm:constr type="l" for="ch" forName="parent_text_1" refType="w" fact="0.6522"/>
              <dgm:constr type="t" for="ch" forName="parent_text_1" refType="h" fact="0.3193"/>
              <dgm:constr type="w" for="ch" forName="parent_text_1" refType="w" fact="0.3478"/>
              <dgm:constr type="h" for="ch" forName="parent_text_1" refType="h" fact="0.115"/>
              <dgm:constr type="l" for="ch" forName="accent_2" refType="w" fact="0.5492"/>
              <dgm:constr type="t" for="ch" forName="accent_2" refType="h" fact="0.2653"/>
              <dgm:constr type="w" for="ch" forName="accent_2" refType="w" fact="0.0696"/>
              <dgm:constr type="h" for="ch" forName="accent_2" refType="h" fact="0.072"/>
              <dgm:constr type="l" for="ch" forName="parent_text_2" refType="w" fact="0.0211"/>
              <dgm:constr type="t" for="ch" forName="parent_text_2" refType="h" fact="0.4973"/>
              <dgm:constr type="w" for="ch" forName="parent_text_2" refType="w" fact="0.3478"/>
              <dgm:constr type="h" for="ch" forName="parent_text_2" refType="h" fact="0.112"/>
              <dgm:constr type="l" for="ch" forName="parent_text_4" refType="w" fact="0.0644"/>
              <dgm:constr type="t" for="ch" forName="parent_text_4" refType="h" fact="0.1726"/>
              <dgm:constr type="w" for="ch" forName="parent_text_4" refType="w" fact="0.3478"/>
              <dgm:constr type="h" for="ch" forName="parent_text_4" refType="h" fact="0.1007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267"/>
              <dgm:constr type="l" for="ch" forName="parent_text_5" refType="w" fact="0"/>
              <dgm:constr type="t" for="ch" forName="parent_text_5" refType="h" fact="0.0654"/>
              <dgm:constr type="w" for="ch" forName="parent_text_5" refType="w" fact="0.3478"/>
              <dgm:constr type="h" for="ch" forName="parent_text_5" refType="h" fact="0.0933"/>
              <dgm:constr type="l" for="ch" forName="parent_text_3" refType="w" fact="0.034"/>
              <dgm:constr type="t" for="ch" forName="parent_text_3" refType="h" fact="0.3193"/>
              <dgm:constr type="w" for="ch" forName="parent_text_3" refType="w" fact="0.3478"/>
              <dgm:constr type="h" for="ch" forName="parent_text_3" refType="h" fact="0.1456"/>
              <dgm:constr type="l" for="ch" forName="parent_text_6" refType="w" fact="0.63"/>
              <dgm:constr type="t" for="ch" forName="parent_text_6" refType="h" fact="0.6896"/>
              <dgm:constr type="w" for="ch" forName="parent_text_6" refType="w" fact="0.3478"/>
              <dgm:constr type="h" for="ch" forName="parent_text_6" refType="h" fact="0.1627"/>
              <dgm:constr type="l" for="ch" forName="accent_4" refType="w" fact="0.322"/>
              <dgm:constr type="t" for="ch" forName="accent_4" refType="h" fact="0.0213"/>
              <dgm:constr type="w" for="ch" forName="accent_4" refType="w" fact="0.0515"/>
              <dgm:constr type="h" for="ch" forName="accent_4" refType="h" fact="0.0533"/>
              <dgm:constr type="l" for="ch" forName="accent_5" refType="w" fact="0.2782"/>
              <dgm:constr type="t" for="ch" forName="accent_5" refType="h" fact="0.92"/>
              <dgm:constr type="w" for="ch" forName="accent_5" refType="w" fact="0.0696"/>
              <dgm:constr type="h" for="ch" forName="accent_5" refType="h" fact="0.072"/>
              <dgm:constr type="l" for="ch" forName="parent_text_7" refType="w" fact="0.485"/>
              <dgm:constr type="t" for="ch" forName="parent_text_7" refType="h" fact="0.87"/>
              <dgm:constr type="w" for="ch" forName="parent_text_7" refType="w" fact="0.347"/>
              <dgm:constr type="h" for="ch" forName="parent_text_7" refType="h" fact="0.13"/>
              <dgm:constr type="l" for="ch" forName="accent_6" refType="w" fact="0.3478"/>
              <dgm:constr type="t" for="ch" forName="accent_6" refType="h" fact="0.6133"/>
              <dgm:constr type="w" for="ch" forName="accent_6" refType="w" fact="0.0386"/>
              <dgm:constr type="h" for="ch" forName="accent_6" refType="h" fact="0.04"/>
            </dgm:constrLst>
          </dgm:else>
        </dgm:choose>
        <dgm:layoutNode name="accent_6" styleLbl="alignNode1">
          <dgm:alg type="sp"/>
          <dgm:shape xmlns:r="http://schemas.openxmlformats.org/officeDocument/2006/relationships" type="donut" r:blip="">
            <dgm:adjLst>
              <dgm:adj idx="1" val="0.0746"/>
            </dgm:adjLst>
          </dgm:shape>
          <dgm:presOf/>
        </dgm:layoutNode>
      </dgm:if>
      <dgm:else name="Name30">
        <dgm:alg type="composite">
          <dgm:param type="ar" val="0.9705"/>
        </dgm:alg>
        <dgm:choose name="Name31">
          <dgm:if name="Name32" func="var" arg="dir" op="equ" val="norm">
            <dgm:constrLst>
              <dgm:constr type="primFontSz" for="des" ptType="node" op="equ" val="65"/>
              <dgm:constr type="l" for="ch" forName="accent_1" refType="w" fact="0.7599"/>
              <dgm:constr type="t" for="ch" forName="accent_1" refType="h" fact="0.925"/>
              <dgm:constr type="w" for="ch" forName="accent_1" refType="w" fact="0.0386"/>
              <dgm:constr type="h" for="ch" forName="accent_1" refType="h" fact="0.0375"/>
              <dgm:constr type="l" for="ch" forName="accent_2" refType="w" fact="0.6182"/>
              <dgm:constr type="t" for="ch" forName="accent_2" refType="h" fact="0.575"/>
              <dgm:constr type="w" for="ch" forName="accent_2" refType="w" fact="0.0386"/>
              <dgm:constr type="h" for="ch" forName="accent_2" refType="h" fact="0.0375"/>
              <dgm:constr type="l" for="ch" forName="image_accent_8" refType="w" fact="0.6449"/>
              <dgm:constr type="t" for="ch" forName="image_accent_8" refType="h" fact="0.8508"/>
              <dgm:constr type="w" for="ch" forName="image_accent_8" refType="w" fact="0.1022"/>
              <dgm:constr type="h" for="ch" forName="image_accent_8" refType="h" fact="0.0992"/>
              <dgm:constr type="l" for="ch" forName="image_8" refType="w" fact="0.6538"/>
              <dgm:constr type="t" for="ch" forName="image_8" refType="h" fact="0.8595"/>
              <dgm:constr type="w" for="ch" forName="image_8" refType="w" fact="0.0844"/>
              <dgm:constr type="h" for="ch" forName="image_8" refType="h" fact="0.0819"/>
              <dgm:constr type="l" for="ch" forName="image_accent_7" refType="w" fact="0.5291"/>
              <dgm:constr type="t" for="ch" forName="image_accent_7" refType="h" fact="0.7805"/>
              <dgm:constr type="w" for="ch" forName="image_accent_7" refType="w" fact="0.1103"/>
              <dgm:constr type="h" for="ch" forName="image_accent_7" refType="h" fact="0.107"/>
              <dgm:constr type="l" for="ch" forName="image_7" refType="w" fact="0.5356"/>
              <dgm:constr type="t" for="ch" forName="image_7" refType="h" fact="0.7868"/>
              <dgm:constr type="w" for="ch" forName="image_7" refType="w" fact="0.0973"/>
              <dgm:constr type="h" for="ch" forName="image_7" refType="h" fact="0.0944"/>
              <dgm:constr type="l" for="ch" forName="image_accent_6" refType="w" fact="0.3864"/>
              <dgm:constr type="t" for="ch" forName="image_accent_6" refType="h" fact="0.6375"/>
              <dgm:constr type="w" for="ch" forName="image_accent_6" refType="w" fact="0.1757"/>
              <dgm:constr type="h" for="ch" forName="image_accent_6" refType="h" fact="0.1706"/>
              <dgm:constr type="l" for="ch" forName="image_6" refType="w" fact="0.3957"/>
              <dgm:constr type="t" for="ch" forName="image_6" refType="h" fact="0.6465"/>
              <dgm:constr type="w" for="ch" forName="image_6" refType="w" fact="0.1572"/>
              <dgm:constr type="h" for="ch" forName="image_6" refType="h" fact="0.1525"/>
              <dgm:constr type="l" for="ch" forName="image_accent_5" refType="w" fact="0.5301"/>
              <dgm:constr type="t" for="ch" forName="image_accent_5" refType="h" fact="0.0555"/>
              <dgm:constr type="w" for="ch" forName="image_accent_5" refType="w" fact="0.1022"/>
              <dgm:constr type="h" for="ch" forName="image_accent_5" refType="h" fact="0.0992"/>
              <dgm:constr type="l" for="ch" forName="image_5" refType="w" fact="0.5361"/>
              <dgm:constr type="t" for="ch" forName="image_5" refType="h" fact="0.0613"/>
              <dgm:constr type="w" for="ch" forName="image_5" refType="w" fact="0.0902"/>
              <dgm:constr type="h" for="ch" forName="image_5" refType="h" fact="0.0875"/>
              <dgm:constr type="l" for="ch" forName="image_accent_4" refType="w" fact="0.4528"/>
              <dgm:constr type="t" for="ch" forName="image_accent_4" refType="h" fact="0.1555"/>
              <dgm:constr type="w" for="ch" forName="image_accent_4" refType="w" fact="0.1103"/>
              <dgm:constr type="h" for="ch" forName="image_accent_4" refType="h" fact="0.107"/>
              <dgm:constr type="l" for="ch" forName="image_4" refType="w" fact="0.4593"/>
              <dgm:constr type="t" for="ch" forName="image_4" refType="h" fact="0.1618"/>
              <dgm:constr type="w" for="ch" forName="image_4" refType="w" fact="0.0973"/>
              <dgm:constr type="h" for="ch" forName="image_4" refType="h" fact="0.0944"/>
              <dgm:constr type="l" for="ch" forName="image_accent_2" refType="w" fact="0.4832"/>
              <dgm:constr type="t" for="ch" forName="image_accent_2" refType="h" fact="0.4593"/>
              <dgm:constr type="w" for="ch" forName="image_accent_2" refType="w" fact="0.1226"/>
              <dgm:constr type="h" for="ch" forName="image_accent_2" refType="h" fact="0.119"/>
              <dgm:constr type="l" for="ch" forName="image_2" refType="w" fact="0.4904"/>
              <dgm:constr type="t" for="ch" forName="image_2" refType="h" fact="0.4663"/>
              <dgm:constr type="w" for="ch" forName="image_2" refType="w" fact="0.1082"/>
              <dgm:constr type="h" for="ch" forName="image_2" refType="h" fact="0.105"/>
              <dgm:constr type="l" for="ch" forName="image_accent_3" refType="w" fact="0.4352"/>
              <dgm:constr type="t" for="ch" forName="image_accent_3" refType="h" fact="0.2913"/>
              <dgm:constr type="w" for="ch" forName="image_accent_3" refType="w" fact="0.1573"/>
              <dgm:constr type="h" for="ch" forName="image_accent_3" refType="h" fact="0.1526"/>
              <dgm:constr type="l" for="ch" forName="image_3" refType="w" fact="0.4435"/>
              <dgm:constr type="t" for="ch" forName="image_3" refType="h" fact="0.2993"/>
              <dgm:constr type="w" for="ch" forName="image_3" refType="w" fact="0.1407"/>
              <dgm:constr type="h" for="ch" forName="image_3" refType="h" fact="0.1365"/>
              <dgm:constr type="l" for="ch" forName="image_accent_1" refType="w" fact="0.2318"/>
              <dgm:constr type="t" for="ch" forName="image_accent_1" refType="h" fact="0.4163"/>
              <dgm:constr type="w" for="ch" forName="image_accent_1" refType="w" fact="0.2344"/>
              <dgm:constr type="h" for="ch" forName="image_accent_1" refType="h" fact="0.2275"/>
              <dgm:constr type="l" for="ch" forName="image_1" refType="w" fact="0.2408"/>
              <dgm:constr type="t" for="ch" forName="image_1" refType="h" fact="0.425"/>
              <dgm:constr type="w" for="ch" forName="image_1" refType="w" fact="0.2164"/>
              <dgm:constr type="h" for="ch" forName="image_1" refType="h" fact="0.21"/>
              <dgm:constr type="l" for="ch" forName="parent_text_1" refType="w" fact="0"/>
              <dgm:constr type="t" for="ch" forName="parent_text_1" refType="h" fact="0.2993"/>
              <dgm:constr type="w" for="ch" forName="parent_text_1" refType="w" fact="0.3478"/>
              <dgm:constr type="h" for="ch" forName="parent_text_1" refType="h" fact="0.11"/>
              <dgm:constr type="l" for="ch" forName="accent_3" refType="w" fact="0.3813"/>
              <dgm:constr type="t" for="ch" forName="accent_3" refType="h" fact="0.2488"/>
              <dgm:constr type="w" for="ch" forName="accent_3" refType="w" fact="0.0696"/>
              <dgm:constr type="h" for="ch" forName="accent_3" refType="h" fact="0.0675"/>
              <dgm:constr type="l" for="ch" forName="parent_text_2" refType="w" fact="0.6311"/>
              <dgm:constr type="t" for="ch" forName="parent_text_2" refType="h" fact="0.4663"/>
              <dgm:constr type="w" for="ch" forName="parent_text_2" refType="w" fact="0.3478"/>
              <dgm:constr type="h" for="ch" forName="parent_text_2" refType="h" fact="0.105"/>
              <dgm:constr type="l" for="ch" forName="parent_text_4" refType="w" fact="0.5878"/>
              <dgm:constr type="t" for="ch" forName="parent_text_4" refType="h" fact="0.1618"/>
              <dgm:constr type="w" for="ch" forName="parent_text_4" refType="w" fact="0.3478"/>
              <dgm:constr type="h" for="ch" forName="parent_text_4" refType="h" fact="0.0944"/>
              <dgm:constr type="l" for="ch" forName="accent_4" refType="w" fact="0.7038"/>
              <dgm:constr type="t" for="ch" forName="accent_4" refType="h" fact="0"/>
              <dgm:constr type="w" for="ch" forName="accent_4" refType="w" fact="0.0258"/>
              <dgm:constr type="h" for="ch" forName="accent_4" refType="h" fact="0.025"/>
              <dgm:constr type="l" for="ch" forName="parent_text_5" refType="w" fact="0.6522"/>
              <dgm:constr type="t" for="ch" forName="parent_text_5" refType="h" fact="0.0625"/>
              <dgm:constr type="w" for="ch" forName="parent_text_5" refType="w" fact="0.3478"/>
              <dgm:constr type="h" for="ch" forName="parent_text_5" refType="h" fact="0.0863"/>
              <dgm:constr type="l" for="ch" forName="parent_text_3" refType="w" fact="0.6182"/>
              <dgm:constr type="t" for="ch" forName="parent_text_3" refType="h" fact="0.2993"/>
              <dgm:constr type="w" for="ch" forName="parent_text_3" refType="w" fact="0.3478"/>
              <dgm:constr type="h" for="ch" forName="parent_text_3" refType="h" fact="0.1365"/>
              <dgm:constr type="l" for="ch" forName="parent_text_6" refType="w" fact="0.02"/>
              <dgm:constr type="t" for="ch" forName="parent_text_6" refType="h" fact="0.6465"/>
              <dgm:constr type="w" for="ch" forName="parent_text_6" refType="w" fact="0.3478"/>
              <dgm:constr type="h" for="ch" forName="parent_text_6" refType="h" fact="0.1525"/>
              <dgm:constr type="l" for="ch" forName="accent_5" refType="w" fact="0.6265"/>
              <dgm:constr type="t" for="ch" forName="accent_5" refType="h" fact="0.02"/>
              <dgm:constr type="w" for="ch" forName="accent_5" refType="w" fact="0.0515"/>
              <dgm:constr type="h" for="ch" forName="accent_5" refType="h" fact="0.05"/>
              <dgm:constr type="l" for="ch" forName="parent_text_7" refType="w" fact="0.165"/>
              <dgm:constr type="t" for="ch" forName="parent_text_7" refType="h" fact="0.81"/>
              <dgm:constr type="w" for="ch" forName="parent_text_7" refType="w" fact="0.3478"/>
              <dgm:constr type="h" for="ch" forName="parent_text_7" refType="h" fact="0.077"/>
              <dgm:constr type="l" for="ch" forName="parent_text_8" refType="w" fact="0.275"/>
              <dgm:constr type="t" for="ch" forName="parent_text_8" refType="h" fact="0.89"/>
              <dgm:constr type="w" for="ch" forName="parent_text_8" refType="w" fact="0.3478"/>
              <dgm:constr type="h" for="ch" forName="parent_text_8" refType="h" fact="0.11"/>
            </dgm:constrLst>
          </dgm:if>
          <dgm:else name="Name33">
            <dgm:constrLst>
              <dgm:constr type="primFontSz" for="des" ptType="node" op="equ" val="65"/>
              <dgm:constr type="l" for="ch" forName="accent_1" refType="w" fact="0.2014"/>
              <dgm:constr type="t" for="ch" forName="accent_1" refType="h" fact="0.925"/>
              <dgm:constr type="w" for="ch" forName="accent_1" refType="w" fact="0.0386"/>
              <dgm:constr type="h" for="ch" forName="accent_1" refType="h" fact="0.0375"/>
              <dgm:constr type="l" for="ch" forName="accent_2" refType="w" fact="0.3431"/>
              <dgm:constr type="t" for="ch" forName="accent_2" refType="h" fact="0.575"/>
              <dgm:constr type="w" for="ch" forName="accent_2" refType="w" fact="0.0386"/>
              <dgm:constr type="h" for="ch" forName="accent_2" refType="h" fact="0.0375"/>
              <dgm:constr type="l" for="ch" forName="image_accent_8" refType="w" fact="0.253"/>
              <dgm:constr type="t" for="ch" forName="image_accent_8" refType="h" fact="0.8508"/>
              <dgm:constr type="w" for="ch" forName="image_accent_8" refType="w" fact="0.1022"/>
              <dgm:constr type="h" for="ch" forName="image_accent_8" refType="h" fact="0.0992"/>
              <dgm:constr type="l" for="ch" forName="image_8" refType="w" fact="0.2619"/>
              <dgm:constr type="t" for="ch" forName="image_8" refType="h" fact="0.8595"/>
              <dgm:constr type="w" for="ch" forName="image_8" refType="w" fact="0.0844"/>
              <dgm:constr type="h" for="ch" forName="image_8" refType="h" fact="0.0819"/>
              <dgm:constr type="l" for="ch" forName="image_accent_7" refType="w" fact="0.3606"/>
              <dgm:constr type="t" for="ch" forName="image_accent_7" refType="h" fact="0.7805"/>
              <dgm:constr type="w" for="ch" forName="image_accent_7" refType="w" fact="0.1103"/>
              <dgm:constr type="h" for="ch" forName="image_accent_7" refType="h" fact="0.107"/>
              <dgm:constr type="l" for="ch" forName="image_7" refType="w" fact="0.3671"/>
              <dgm:constr type="t" for="ch" forName="image_7" refType="h" fact="0.7868"/>
              <dgm:constr type="w" for="ch" forName="image_7" refType="w" fact="0.0973"/>
              <dgm:constr type="h" for="ch" forName="image_7" refType="h" fact="0.0944"/>
              <dgm:constr type="l" for="ch" forName="image_accent_6" refType="w" fact="0.4379"/>
              <dgm:constr type="t" for="ch" forName="image_accent_6" refType="h" fact="0.6375"/>
              <dgm:constr type="w" for="ch" forName="image_accent_6" refType="w" fact="0.1757"/>
              <dgm:constr type="h" for="ch" forName="image_accent_6" refType="h" fact="0.1706"/>
              <dgm:constr type="l" for="ch" forName="image_6" refType="w" fact="0.4471"/>
              <dgm:constr type="t" for="ch" forName="image_6" refType="h" fact="0.6465"/>
              <dgm:constr type="w" for="ch" forName="image_6" refType="w" fact="0.1572"/>
              <dgm:constr type="h" for="ch" forName="image_6" refType="h" fact="0.1525"/>
              <dgm:constr type="l" for="ch" forName="image_accent_5" refType="w" fact="0.3677"/>
              <dgm:constr type="t" for="ch" forName="image_accent_5" refType="h" fact="0.0555"/>
              <dgm:constr type="w" for="ch" forName="image_accent_5" refType="w" fact="0.1022"/>
              <dgm:constr type="h" for="ch" forName="image_accent_5" refType="h" fact="0.0992"/>
              <dgm:constr type="l" for="ch" forName="image_5" refType="w" fact="0.3738"/>
              <dgm:constr type="t" for="ch" forName="image_5" refType="h" fact="0.0613"/>
              <dgm:constr type="w" for="ch" forName="image_5" refType="w" fact="0.0902"/>
              <dgm:constr type="h" for="ch" forName="image_5" refType="h" fact="0.0875"/>
              <dgm:constr type="l" for="ch" forName="image_accent_4" refType="w" fact="0.437"/>
              <dgm:constr type="t" for="ch" forName="image_accent_4" refType="h" fact="0.1555"/>
              <dgm:constr type="w" for="ch" forName="image_accent_4" refType="w" fact="0.1103"/>
              <dgm:constr type="h" for="ch" forName="image_accent_4" refType="h" fact="0.107"/>
              <dgm:constr type="l" for="ch" forName="image_4" refType="w" fact="0.4434"/>
              <dgm:constr type="t" for="ch" forName="image_4" refType="h" fact="0.1618"/>
              <dgm:constr type="w" for="ch" forName="image_4" refType="w" fact="0.0973"/>
              <dgm:constr type="h" for="ch" forName="image_4" refType="h" fact="0.0944"/>
              <dgm:constr type="l" for="ch" forName="image_accent_2" refType="w" fact="0.3942"/>
              <dgm:constr type="t" for="ch" forName="image_accent_2" refType="h" fact="0.4593"/>
              <dgm:constr type="w" for="ch" forName="image_accent_2" refType="w" fact="0.1226"/>
              <dgm:constr type="h" for="ch" forName="image_accent_2" refType="h" fact="0.119"/>
              <dgm:constr type="l" for="ch" forName="image_2" refType="w" fact="0.4014"/>
              <dgm:constr type="t" for="ch" forName="image_2" refType="h" fact="0.4663"/>
              <dgm:constr type="w" for="ch" forName="image_2" refType="w" fact="0.1082"/>
              <dgm:constr type="h" for="ch" forName="image_2" refType="h" fact="0.105"/>
              <dgm:constr type="l" for="ch" forName="image_accent_3" refType="w" fact="0.4075"/>
              <dgm:constr type="t" for="ch" forName="image_accent_3" refType="h" fact="0.2913"/>
              <dgm:constr type="w" for="ch" forName="image_accent_3" refType="w" fact="0.1573"/>
              <dgm:constr type="h" for="ch" forName="image_accent_3" refType="h" fact="0.1526"/>
              <dgm:constr type="l" for="ch" forName="image_3" refType="w" fact="0.4158"/>
              <dgm:constr type="t" for="ch" forName="image_3" refType="h" fact="0.2993"/>
              <dgm:constr type="w" for="ch" forName="image_3" refType="w" fact="0.1407"/>
              <dgm:constr type="h" for="ch" forName="image_3" refType="h" fact="0.1365"/>
              <dgm:constr type="l" for="ch" forName="image_accent_1" refType="w" fact="0.5338"/>
              <dgm:constr type="t" for="ch" forName="image_accent_1" refType="h" fact="0.4163"/>
              <dgm:constr type="w" for="ch" forName="image_accent_1" refType="w" fact="0.2344"/>
              <dgm:constr type="h" for="ch" forName="image_accent_1" refType="h" fact="0.2275"/>
              <dgm:constr type="l" for="ch" forName="image_1" refType="w" fact="0.5428"/>
              <dgm:constr type="t" for="ch" forName="image_1" refType="h" fact="0.425"/>
              <dgm:constr type="w" for="ch" forName="image_1" refType="w" fact="0.2164"/>
              <dgm:constr type="h" for="ch" forName="image_1" refType="h" fact="0.21"/>
              <dgm:constr type="l" for="ch" forName="parent_text_1" refType="w" fact="0.6522"/>
              <dgm:constr type="t" for="ch" forName="parent_text_1" refType="h" fact="0.2993"/>
              <dgm:constr type="w" for="ch" forName="parent_text_1" refType="w" fact="0.3478"/>
              <dgm:constr type="h" for="ch" forName="parent_text_1" refType="h" fact="0.11"/>
              <dgm:constr type="l" for="ch" forName="accent_3" refType="w" fact="0.5492"/>
              <dgm:constr type="t" for="ch" forName="accent_3" refType="h" fact="0.2488"/>
              <dgm:constr type="w" for="ch" forName="accent_3" refType="w" fact="0.0696"/>
              <dgm:constr type="h" for="ch" forName="accent_3" refType="h" fact="0.0675"/>
              <dgm:constr type="l" for="ch" forName="parent_text_2" refType="w" fact="0.0211"/>
              <dgm:constr type="t" for="ch" forName="parent_text_2" refType="h" fact="0.4663"/>
              <dgm:constr type="w" for="ch" forName="parent_text_2" refType="w" fact="0.3478"/>
              <dgm:constr type="h" for="ch" forName="parent_text_2" refType="h" fact="0.105"/>
              <dgm:constr type="l" for="ch" forName="parent_text_4" refType="w" fact="0.0635"/>
              <dgm:constr type="t" for="ch" forName="parent_text_4" refType="h" fact="0.1618"/>
              <dgm:constr type="w" for="ch" forName="parent_text_4" refType="w" fact="0.3478"/>
              <dgm:constr type="h" for="ch" forName="parent_text_4" refType="h" fact="0.0944"/>
              <dgm:constr type="l" for="ch" forName="accent_4" refType="w" fact="0.2705"/>
              <dgm:constr type="t" for="ch" forName="accent_4" refType="h" fact="0"/>
              <dgm:constr type="w" for="ch" forName="accent_4" refType="w" fact="0.0258"/>
              <dgm:constr type="h" for="ch" forName="accent_4" refType="h" fact="0.025"/>
              <dgm:constr type="l" for="ch" forName="parent_text_5" refType="w" fact="0"/>
              <dgm:constr type="t" for="ch" forName="parent_text_5" refType="h" fact="0.0625"/>
              <dgm:constr type="w" for="ch" forName="parent_text_5" refType="w" fact="0.3478"/>
              <dgm:constr type="h" for="ch" forName="parent_text_5" refType="h" fact="0.0863"/>
              <dgm:constr type="l" for="ch" forName="parent_text_3" refType="w" fact="0.034"/>
              <dgm:constr type="t" for="ch" forName="parent_text_3" refType="h" fact="0.2993"/>
              <dgm:constr type="w" for="ch" forName="parent_text_3" refType="w" fact="0.3478"/>
              <dgm:constr type="h" for="ch" forName="parent_text_3" refType="h" fact="0.1365"/>
              <dgm:constr type="l" for="ch" forName="parent_text_6" refType="w" fact="0.635"/>
              <dgm:constr type="t" for="ch" forName="parent_text_6" refType="h" fact="0.6465"/>
              <dgm:constr type="w" for="ch" forName="parent_text_6" refType="w" fact="0.3478"/>
              <dgm:constr type="h" for="ch" forName="parent_text_6" refType="h" fact="0.1525"/>
              <dgm:constr type="l" for="ch" forName="accent_5" refType="w" fact="0.322"/>
              <dgm:constr type="t" for="ch" forName="accent_5" refType="h" fact="0.02"/>
              <dgm:constr type="w" for="ch" forName="accent_5" refType="w" fact="0.0515"/>
              <dgm:constr type="h" for="ch" forName="accent_5" refType="h" fact="0.05"/>
              <dgm:constr type="l" for="ch" forName="parent_text_7" refType="w" fact="0.49"/>
              <dgm:constr type="t" for="ch" forName="parent_text_7" refType="h" fact="0.81"/>
              <dgm:constr type="w" for="ch" forName="parent_text_7" refType="w" fact="0.3478"/>
              <dgm:constr type="h" for="ch" forName="parent_text_7" refType="h" fact="0.077"/>
              <dgm:constr type="l" for="ch" forName="parent_text_8" refType="w" fact="0.375"/>
              <dgm:constr type="t" for="ch" forName="parent_text_8" refType="h" fact="0.89"/>
              <dgm:constr type="w" for="ch" forName="parent_text_8" refType="w" fact="0.3478"/>
              <dgm:constr type="h" for="ch" forName="parent_text_8" refType="h" fact="0.11"/>
            </dgm:constrLst>
          </dgm:else>
        </dgm:choose>
      </dgm:else>
    </dgm:choose>
    <dgm:forEach name="wrapper" axis="self" ptType="parTrans">
      <dgm:forEach name="wrapper2" axis="self" ptType="sibTrans" st="2">
        <dgm:forEach name="imageAccentRepeat" axis="self">
          <dgm:layoutNode name="imageAccentRepeatNode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</dgm:forEach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forEach name="Name34" axis="ch" ptType="node" cnt="1">
      <dgm:layoutNode name="parent_text_1" styleLbl="revTx">
        <dgm:varLst>
          <dgm:chMax val="0"/>
          <dgm:chPref val="0"/>
          <dgm:bulletEnabled val="1"/>
        </dgm:varLst>
        <dgm:choose name="Name35">
          <dgm:if name="Name36" func="var" arg="dir" op="equ" val="norm">
            <dgm:alg type="tx">
              <dgm:param type="parTxLTRAlign" val="r"/>
              <dgm:param type="shpTxLTRAlignCh" val="r"/>
              <dgm:param type="txAnchorVert" val="b"/>
              <dgm:param type="lnSpCh" val="15"/>
            </dgm:alg>
          </dgm:if>
          <dgm:else name="Name37">
            <dgm:alg type="tx">
              <dgm:param type="parTxLTRAlign" val="l"/>
              <dgm:param type="shpTxLTRAlignCh" val="l"/>
              <dgm:param type="txAnchorVert" val="b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01"/>
        </dgm:constrLst>
        <dgm:ruleLst>
          <dgm:rule type="primFontSz" val="5" fact="NaN" max="NaN"/>
        </dgm:ruleLst>
      </dgm:layoutNode>
      <dgm:layoutNode name="image_accent_1">
        <dgm:alg type="sp"/>
        <dgm:shape xmlns:r="http://schemas.openxmlformats.org/officeDocument/2006/relationships" r:blip="">
          <dgm:adjLst/>
        </dgm:shape>
        <dgm:presOf/>
        <dgm:constrLst/>
        <dgm:forEach name="Name38" ref="imageAccentRepeat"/>
      </dgm:layoutNode>
      <dgm:layoutNode name="accent_1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39" axis="ch" ptType="sibTrans" hideLastTrans="0" cnt="1">
      <dgm:layoutNode name="image_1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</dgm:forEach>
    <dgm:forEach name="Name41" axis="ch" ptType="node" st="2" cnt="1">
      <dgm:layoutNode name="parent_text_2" styleLbl="revTx">
        <dgm:varLst>
          <dgm:chMax val="0"/>
          <dgm:chPref val="0"/>
          <dgm:bulletEnabled val="1"/>
        </dgm:varLst>
        <dgm:choose name="Name42">
          <dgm:if name="Name43" func="var" arg="dir" op="equ" val="norm">
            <dgm:alg type="tx">
              <dgm:param type="parTxLTRAlign" val="l"/>
              <dgm:param type="lnSpCh" val="15"/>
            </dgm:alg>
          </dgm:if>
          <dgm:else name="Name44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2">
        <dgm:alg type="sp"/>
        <dgm:shape xmlns:r="http://schemas.openxmlformats.org/officeDocument/2006/relationships" r:blip="">
          <dgm:adjLst/>
        </dgm:shape>
        <dgm:presOf/>
        <dgm:constrLst/>
        <dgm:forEach name="Name45" ref="imageAccentRepeat"/>
      </dgm:layoutNode>
    </dgm:forEach>
    <dgm:forEach name="Name46" axis="ch" ptType="sibTrans" hideLastTrans="0" st="2" cnt="1">
      <dgm:layoutNode name="image_2">
        <dgm:alg type="sp"/>
        <dgm:shape xmlns:r="http://schemas.openxmlformats.org/officeDocument/2006/relationships" r:blip="">
          <dgm:adjLst/>
        </dgm:shape>
        <dgm:presOf/>
        <dgm:constrLst/>
        <dgm:forEach name="Name47" ref="imageRepeat"/>
      </dgm:layoutNode>
    </dgm:forEach>
    <dgm:forEach name="Name48" axis="ch" ptType="node" st="3" cnt="1">
      <dgm:layoutNode name="image_accent_3">
        <dgm:alg type="sp"/>
        <dgm:shape xmlns:r="http://schemas.openxmlformats.org/officeDocument/2006/relationships" r:blip="">
          <dgm:adjLst/>
        </dgm:shape>
        <dgm:presOf/>
        <dgm:constrLst/>
        <dgm:forEach name="Name49" ref="imageAccentRepeat"/>
      </dgm:layoutNode>
      <dgm:layoutNode name="parent_text_3" styleLbl="revTx">
        <dgm:varLst>
          <dgm:chMax val="0"/>
          <dgm:chPref val="0"/>
          <dgm:bulletEnabled val="1"/>
        </dgm:varLst>
        <dgm:choose name="Name50">
          <dgm:if name="Name51" func="var" arg="dir" op="equ" val="norm">
            <dgm:alg type="tx">
              <dgm:param type="parTxLTRAlign" val="l"/>
              <dgm:param type="lnSpCh" val="15"/>
            </dgm:alg>
          </dgm:if>
          <dgm:else name="Name52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accent_2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  <dgm:layoutNode name="accent_3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53" axis="ch" ptType="sibTrans" hideLastTrans="0" st="3" cnt="1">
      <dgm:layoutNode name="image_3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</dgm:forEach>
    <dgm:forEach name="Name55" axis="ch" ptType="node" st="4" cnt="1">
      <dgm:layoutNode name="image_accent_4">
        <dgm:alg type="sp"/>
        <dgm:shape xmlns:r="http://schemas.openxmlformats.org/officeDocument/2006/relationships" r:blip="">
          <dgm:adjLst/>
        </dgm:shape>
        <dgm:presOf/>
        <dgm:constrLst/>
        <dgm:forEach name="Name56" ref="imageAccentRepeat"/>
      </dgm:layoutNode>
      <dgm:layoutNode name="parent_text_4" styleLbl="revTx">
        <dgm:varLst>
          <dgm:chMax val="0"/>
          <dgm:chPref val="0"/>
          <dgm:bulletEnabled val="1"/>
        </dgm:varLst>
        <dgm:choose name="Name57">
          <dgm:if name="Name58" func="var" arg="dir" op="equ" val="norm">
            <dgm:alg type="tx">
              <dgm:param type="parTxLTRAlign" val="l"/>
              <dgm:param type="lnSpCh" val="15"/>
            </dgm:alg>
          </dgm:if>
          <dgm:else name="Name59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accent_4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60" axis="ch" ptType="sibTrans" hideLastTrans="0" st="4" cnt="1">
      <dgm:layoutNode name="image_4">
        <dgm:alg type="sp"/>
        <dgm:shape xmlns:r="http://schemas.openxmlformats.org/officeDocument/2006/relationships" r:blip="">
          <dgm:adjLst/>
        </dgm:shape>
        <dgm:presOf/>
        <dgm:constrLst/>
        <dgm:forEach name="Name61" ref="imageRepeat"/>
      </dgm:layoutNode>
    </dgm:forEach>
    <dgm:forEach name="Name62" axis="ch" ptType="node" st="5" cnt="1">
      <dgm:layoutNode name="image_accent_5">
        <dgm:alg type="sp"/>
        <dgm:shape xmlns:r="http://schemas.openxmlformats.org/officeDocument/2006/relationships" r:blip="">
          <dgm:adjLst/>
        </dgm:shape>
        <dgm:presOf/>
        <dgm:constrLst/>
        <dgm:forEach name="Name63" ref="imageAccentRepeat"/>
      </dgm:layoutNode>
      <dgm:layoutNode name="parent_text_5" styleLbl="revTx">
        <dgm:varLst>
          <dgm:chMax val="0"/>
          <dgm:chPref val="0"/>
          <dgm:bulletEnabled val="1"/>
        </dgm:varLst>
        <dgm:choose name="Name64">
          <dgm:if name="Name65" func="var" arg="dir" op="equ" val="norm">
            <dgm:alg type="tx">
              <dgm:param type="parTxLTRAlign" val="l"/>
              <dgm:param type="lnSpCh" val="15"/>
            </dgm:alg>
          </dgm:if>
          <dgm:else name="Name66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sibTrans" hideLastTrans="0" st="5" cnt="1">
      <dgm:layoutNode name="image_5">
        <dgm:alg type="sp"/>
        <dgm:shape xmlns:r="http://schemas.openxmlformats.org/officeDocument/2006/relationships" r:blip="">
          <dgm:adjLst/>
        </dgm:shape>
        <dgm:presOf/>
        <dgm:constrLst/>
        <dgm:forEach name="Name68" ref="imageRepeat"/>
      </dgm:layoutNode>
    </dgm:forEach>
    <dgm:forEach name="Name69" axis="ch" ptType="node" st="6" cnt="1">
      <dgm:layoutNode name="parent_text_6" styleLbl="revTx">
        <dgm:varLst>
          <dgm:chMax val="0"/>
          <dgm:chPref val="0"/>
          <dgm:bulletEnabled val="1"/>
        </dgm:varLst>
        <dgm:choose name="Name70">
          <dgm:if name="Name71" func="var" arg="dir" op="equ" val="norm">
            <dgm:alg type="tx">
              <dgm:param type="parTxLTRAlign" val="r"/>
              <dgm:param type="shpTxLTRAlignCh" val="r"/>
              <dgm:param type="lnSpCh" val="15"/>
            </dgm:alg>
          </dgm:if>
          <dgm:else name="Name72">
            <dgm:alg type="tx">
              <dgm:param type="parTxLTRAlign" val="l"/>
              <dgm:param type="shpTxLTRAlignCh" val="l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6">
        <dgm:alg type="sp"/>
        <dgm:shape xmlns:r="http://schemas.openxmlformats.org/officeDocument/2006/relationships" r:blip="">
          <dgm:adjLst/>
        </dgm:shape>
        <dgm:presOf/>
        <dgm:constrLst/>
        <dgm:forEach name="Name73" ref="imageAccentRepeat"/>
      </dgm:layoutNode>
      <dgm:layoutNode name="accent_5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74" axis="ch" ptType="sibTrans" hideLastTrans="0" st="6" cnt="1">
      <dgm:layoutNode name="image_6">
        <dgm:alg type="sp"/>
        <dgm:shape xmlns:r="http://schemas.openxmlformats.org/officeDocument/2006/relationships" r:blip="">
          <dgm:adjLst/>
        </dgm:shape>
        <dgm:presOf/>
        <dgm:constrLst/>
        <dgm:forEach name="Name75" ref="imageRepeat"/>
      </dgm:layoutNode>
    </dgm:forEach>
    <dgm:forEach name="Name76" axis="ch" ptType="node" st="7" cnt="1">
      <dgm:layoutNode name="parent_text_7" styleLbl="revTx">
        <dgm:varLst>
          <dgm:chMax val="0"/>
          <dgm:chPref val="0"/>
          <dgm:bulletEnabled val="1"/>
        </dgm:varLst>
        <dgm:choose name="Name77">
          <dgm:if name="Name78" func="var" arg="dir" op="equ" val="norm">
            <dgm:alg type="tx">
              <dgm:param type="parTxLTRAlign" val="r"/>
              <dgm:param type="shpTxLTRAlignCh" val="r"/>
              <dgm:param type="txAnchorVert" val="t"/>
              <dgm:param type="lnSpCh" val="15"/>
            </dgm:alg>
          </dgm:if>
          <dgm:else name="Name79">
            <dgm:alg type="tx">
              <dgm:param type="parTxLTRAlign" val="l"/>
              <dgm:param type="shpTxLTRAlignCh" val="l"/>
              <dgm:param type="txAnchorVert" val="t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7">
        <dgm:alg type="sp"/>
        <dgm:shape xmlns:r="http://schemas.openxmlformats.org/officeDocument/2006/relationships" r:blip="">
          <dgm:adjLst/>
        </dgm:shape>
        <dgm:presOf/>
        <dgm:constrLst/>
        <dgm:forEach name="Name80" ref="imageAccentRepeat"/>
      </dgm:layoutNode>
    </dgm:forEach>
    <dgm:forEach name="Name81" axis="ch" ptType="sibTrans" hideLastTrans="0" st="7" cnt="1">
      <dgm:layoutNode name="image_7">
        <dgm:alg type="sp"/>
        <dgm:shape xmlns:r="http://schemas.openxmlformats.org/officeDocument/2006/relationships" r:blip="">
          <dgm:adjLst/>
        </dgm:shape>
        <dgm:presOf/>
        <dgm:constrLst/>
        <dgm:forEach name="Name82" ref="imageRepeat"/>
      </dgm:layoutNode>
    </dgm:forEach>
    <dgm:forEach name="Name83" axis="ch" ptType="node" st="8" cnt="1">
      <dgm:layoutNode name="parent_text_8" styleLbl="revTx">
        <dgm:varLst>
          <dgm:chMax val="0"/>
          <dgm:chPref val="0"/>
          <dgm:bulletEnabled val="1"/>
        </dgm:varLst>
        <dgm:choose name="Name84">
          <dgm:if name="Name85" func="var" arg="dir" op="equ" val="norm">
            <dgm:alg type="tx">
              <dgm:param type="parTxLTRAlign" val="r"/>
              <dgm:param type="shpTxLTRAlignCh" val="r"/>
              <dgm:param type="txAnchorVert" val="t"/>
              <dgm:param type="lnSpCh" val="15"/>
            </dgm:alg>
          </dgm:if>
          <dgm:else name="Name86">
            <dgm:alg type="tx">
              <dgm:param type="parTxLTRAlign" val="l"/>
              <dgm:param type="shpTxLTRAlignCh" val="l"/>
              <dgm:param type="txAnchorVert" val="t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8">
        <dgm:alg type="sp"/>
        <dgm:shape xmlns:r="http://schemas.openxmlformats.org/officeDocument/2006/relationships" r:blip="">
          <dgm:adjLst/>
        </dgm:shape>
        <dgm:presOf/>
        <dgm:constrLst/>
        <dgm:forEach name="Name87" ref="imageAccentRepeat"/>
      </dgm:layoutNode>
    </dgm:forEach>
    <dgm:forEach name="Name88" axis="ch" ptType="sibTrans" hideLastTrans="0" st="8" cnt="1">
      <dgm:layoutNode name="image_8">
        <dgm:alg type="sp"/>
        <dgm:shape xmlns:r="http://schemas.openxmlformats.org/officeDocument/2006/relationships" r:blip="">
          <dgm:adjLst/>
        </dgm:shape>
        <dgm:presOf/>
        <dgm:constrLst/>
        <dgm:forEach name="Name89" ref="image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37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49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29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70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2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09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11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0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85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5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1129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86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7555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07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22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69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7F691-1FDE-4B46-AC99-BB75557AD78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6837D7F-08E0-4065-AD1B-28569385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95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539448" y="2404534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en-US" sz="9600" dirty="0" smtClean="0">
                <a:solidFill>
                  <a:srgbClr val="000000"/>
                </a:solidFill>
              </a:rPr>
              <a:t>     </a:t>
            </a:r>
            <a:r>
              <a:rPr lang="en-US" sz="4000" dirty="0" smtClean="0">
                <a:solidFill>
                  <a:srgbClr val="000000"/>
                </a:solidFill>
              </a:rPr>
              <a:t>DATE</a:t>
            </a:r>
            <a:r>
              <a:rPr lang="en-US" sz="1800" dirty="0" smtClean="0">
                <a:solidFill>
                  <a:srgbClr val="000000"/>
                </a:solidFill>
              </a:rPr>
              <a:t>4/10/25</a:t>
            </a:r>
            <a:r>
              <a:rPr lang="en-US" sz="9800" dirty="0" smtClean="0">
                <a:solidFill>
                  <a:srgbClr val="000000"/>
                </a:solidFill>
              </a:rPr>
              <a:t/>
            </a:r>
            <a:br>
              <a:rPr lang="en-US" sz="9800" dirty="0" smtClean="0">
                <a:solidFill>
                  <a:srgbClr val="000000"/>
                </a:solidFill>
              </a:rPr>
            </a:br>
            <a:r>
              <a:rPr lang="en-US" sz="9600" dirty="0">
                <a:solidFill>
                  <a:srgbClr val="000000"/>
                </a:solidFill>
              </a:rPr>
              <a:t/>
            </a:r>
            <a:br>
              <a:rPr lang="en-US" sz="9600" dirty="0">
                <a:solidFill>
                  <a:srgbClr val="000000"/>
                </a:solidFill>
              </a:rPr>
            </a:br>
            <a:r>
              <a:rPr lang="en-US" sz="9600" dirty="0" smtClean="0">
                <a:solidFill>
                  <a:srgbClr val="000000"/>
                </a:solidFill>
              </a:rPr>
              <a:t>Presentation</a:t>
            </a:r>
            <a:endParaRPr lang="en-US" sz="9600" dirty="0">
              <a:solidFill>
                <a:srgbClr val="0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8" y="3800936"/>
            <a:ext cx="7766936" cy="1096899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000000"/>
                </a:solidFill>
              </a:rPr>
              <a:t>Impact of social media</a:t>
            </a:r>
            <a:endParaRPr lang="en-US" dirty="0">
              <a:solidFill>
                <a:srgbClr val="000000"/>
              </a:solidFill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097156401"/>
              </p:ext>
            </p:extLst>
          </p:nvPr>
        </p:nvGraphicFramePr>
        <p:xfrm>
          <a:off x="4468812" y="4042842"/>
          <a:ext cx="3093131" cy="2486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790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768" y="569843"/>
            <a:ext cx="8596668" cy="1320800"/>
          </a:xfrm>
        </p:spPr>
        <p:txBody>
          <a:bodyPr>
            <a:noAutofit/>
          </a:bodyPr>
          <a:lstStyle/>
          <a:p>
            <a:r>
              <a:rPr lang="en-US" sz="1800" dirty="0" err="1" smtClean="0">
                <a:solidFill>
                  <a:schemeClr val="tx1"/>
                </a:solidFill>
              </a:rPr>
              <a:t>Name:Zacith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iprahim</a:t>
            </a: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err="1" smtClean="0">
                <a:solidFill>
                  <a:schemeClr val="tx1"/>
                </a:solidFill>
              </a:rPr>
              <a:t>Name:muztaph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dahir</a:t>
            </a: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err="1" smtClean="0">
                <a:solidFill>
                  <a:schemeClr val="tx1"/>
                </a:solidFill>
              </a:rPr>
              <a:t>Name:Nazra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hebel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191" y="1890643"/>
            <a:ext cx="8596668" cy="611367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/>
              <a:t>    Slide </a:t>
            </a:r>
            <a:r>
              <a:rPr lang="en-US" sz="2800" dirty="0"/>
              <a:t>1</a:t>
            </a:r>
            <a:r>
              <a:rPr lang="en-US" dirty="0" smtClean="0"/>
              <a:t>:</a:t>
            </a:r>
          </a:p>
          <a:p>
            <a:r>
              <a:rPr lang="en-US" sz="1600" dirty="0" err="1" smtClean="0"/>
              <a:t>TitleThe</a:t>
            </a:r>
            <a:r>
              <a:rPr lang="en-US" sz="1600" dirty="0" smtClean="0"/>
              <a:t> </a:t>
            </a:r>
            <a:r>
              <a:rPr lang="en-US" sz="1600" dirty="0"/>
              <a:t>Benefits and Drawbacks of Social Media  By: [Your Name]  Date: [Insert Date</a:t>
            </a:r>
            <a:r>
              <a:rPr lang="en-US" sz="1600" dirty="0" smtClean="0"/>
              <a:t>]--Slide</a:t>
            </a:r>
          </a:p>
          <a:p>
            <a:r>
              <a:rPr lang="en-US" sz="1600" dirty="0" smtClean="0"/>
              <a:t>Introduction Social </a:t>
            </a:r>
            <a:r>
              <a:rPr lang="en-US" sz="1600" dirty="0"/>
              <a:t>media plays a major role in modern life. </a:t>
            </a:r>
            <a:endParaRPr lang="en-US" sz="1600" dirty="0" smtClean="0"/>
          </a:p>
          <a:p>
            <a:r>
              <a:rPr lang="en-US" sz="1600" dirty="0" smtClean="0"/>
              <a:t>It </a:t>
            </a:r>
            <a:r>
              <a:rPr lang="en-US" sz="1600" dirty="0"/>
              <a:t>connects people globally through platforms like Facebook, </a:t>
            </a:r>
            <a:r>
              <a:rPr lang="en-US" sz="1600" dirty="0" err="1"/>
              <a:t>TikTok</a:t>
            </a:r>
            <a:r>
              <a:rPr lang="en-US" sz="1600" dirty="0" smtClean="0"/>
              <a:t>,</a:t>
            </a:r>
          </a:p>
          <a:p>
            <a:r>
              <a:rPr lang="en-US" sz="1600" dirty="0" smtClean="0"/>
              <a:t> </a:t>
            </a:r>
            <a:r>
              <a:rPr lang="en-US" sz="1600" dirty="0"/>
              <a:t>and </a:t>
            </a:r>
            <a:r>
              <a:rPr lang="en-US" sz="1600" dirty="0" smtClean="0"/>
              <a:t>    Instagram</a:t>
            </a:r>
            <a:r>
              <a:rPr lang="en-US" sz="1600" dirty="0"/>
              <a:t>.  Youth are the biggest users, relying on it for entertainment</a:t>
            </a:r>
            <a:r>
              <a:rPr lang="en-US" sz="1600" dirty="0" smtClean="0"/>
              <a:t>, </a:t>
            </a:r>
            <a:r>
              <a:rPr lang="en-US" sz="1600" dirty="0"/>
              <a:t>news, </a:t>
            </a:r>
            <a:r>
              <a:rPr lang="en-US" sz="1600" dirty="0" smtClean="0"/>
              <a:t>     and </a:t>
            </a:r>
            <a:r>
              <a:rPr lang="en-US" sz="1600" dirty="0"/>
              <a:t>communication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This </a:t>
            </a:r>
            <a:r>
              <a:rPr lang="en-US" sz="1600" dirty="0"/>
              <a:t>presentation explores both the positive and negative </a:t>
            </a:r>
            <a:r>
              <a:rPr lang="en-US" sz="1600" dirty="0" smtClean="0"/>
              <a:t>side</a:t>
            </a:r>
          </a:p>
          <a:p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868" y="4470401"/>
            <a:ext cx="3091543" cy="2235200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6591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DATE: 4/10/25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335" y="1391332"/>
            <a:ext cx="9831010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</a:rPr>
              <a:t>     Slide 2</a:t>
            </a:r>
          </a:p>
          <a:p>
            <a:r>
              <a:rPr lang="en-US" sz="1600" dirty="0" smtClean="0"/>
              <a:t>It </a:t>
            </a:r>
            <a:r>
              <a:rPr lang="en-US" sz="1600" dirty="0"/>
              <a:t>breaks communication barriers and helps maintain relationships</a:t>
            </a:r>
            <a:r>
              <a:rPr lang="en-US" sz="1600" dirty="0" smtClean="0"/>
              <a:t>.  </a:t>
            </a:r>
            <a:r>
              <a:rPr lang="en-US" sz="1600" dirty="0"/>
              <a:t>It’s useful for both personal and professional networking</a:t>
            </a:r>
            <a:r>
              <a:rPr lang="en-US" sz="1600" dirty="0" smtClean="0"/>
              <a:t>.---</a:t>
            </a:r>
          </a:p>
          <a:p>
            <a:r>
              <a:rPr lang="en-US" sz="1600" dirty="0" smtClean="0"/>
              <a:t>Educational </a:t>
            </a:r>
            <a:r>
              <a:rPr lang="en-US" sz="1600" dirty="0" err="1"/>
              <a:t>OpportunitiesPlatforms</a:t>
            </a:r>
            <a:r>
              <a:rPr lang="en-US" sz="1600" dirty="0"/>
              <a:t> like YouTube and LinkedIn offer free learning content.  </a:t>
            </a:r>
            <a:r>
              <a:rPr lang="en-US" sz="1600" dirty="0" smtClean="0"/>
              <a:t>Students </a:t>
            </a:r>
            <a:r>
              <a:rPr lang="en-US" sz="1600" dirty="0"/>
              <a:t>can join study groups and follow educational pages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Live </a:t>
            </a:r>
            <a:r>
              <a:rPr lang="en-US" sz="1600" dirty="0"/>
              <a:t>sessions and webinars are easily accessible</a:t>
            </a:r>
            <a:r>
              <a:rPr lang="en-US" sz="1600" dirty="0" smtClean="0"/>
              <a:t>.  </a:t>
            </a:r>
            <a:r>
              <a:rPr lang="en-US" sz="1600" dirty="0"/>
              <a:t>It promotes </a:t>
            </a:r>
            <a:r>
              <a:rPr lang="en-US" sz="1600" dirty="0" smtClean="0"/>
              <a:t>knowledge</a:t>
            </a:r>
          </a:p>
          <a:p>
            <a:r>
              <a:rPr lang="en-US" sz="1600" dirty="0" smtClean="0"/>
              <a:t>sharing </a:t>
            </a:r>
            <a:r>
              <a:rPr lang="en-US" sz="1600" dirty="0"/>
              <a:t>across the globe.---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814" y="3947885"/>
            <a:ext cx="2971800" cy="2396237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319291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2200" dirty="0" smtClean="0"/>
              <a:t>DATE:4/10/25</a:t>
            </a: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sz="2200" dirty="0">
                <a:solidFill>
                  <a:schemeClr val="tx1"/>
                </a:solidFill>
              </a:rPr>
              <a:t/>
            </a: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 smtClean="0">
                <a:solidFill>
                  <a:schemeClr val="tx1"/>
                </a:solidFill>
              </a:rPr>
              <a:t>     SLIDE 3 </a:t>
            </a:r>
            <a:r>
              <a:rPr lang="en-US" sz="1100" dirty="0"/>
              <a:t/>
            </a:r>
            <a:br>
              <a:rPr lang="en-US" sz="11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049" y="1248229"/>
            <a:ext cx="8596668" cy="4285134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Awareness and </a:t>
            </a:r>
            <a:r>
              <a:rPr lang="en-US" dirty="0" err="1"/>
              <a:t>ActivismSocial</a:t>
            </a:r>
            <a:r>
              <a:rPr lang="en-US" dirty="0"/>
              <a:t> media spreads awareness on social and health issues.  </a:t>
            </a:r>
            <a:endParaRPr lang="en-US" dirty="0" smtClean="0"/>
          </a:p>
          <a:p>
            <a:r>
              <a:rPr lang="en-US" dirty="0" smtClean="0"/>
              <a:t>Movements </a:t>
            </a:r>
            <a:r>
              <a:rPr lang="en-US" dirty="0"/>
              <a:t>like #</a:t>
            </a:r>
            <a:r>
              <a:rPr lang="en-US" dirty="0" err="1"/>
              <a:t>BlackLivesMatter</a:t>
            </a:r>
            <a:r>
              <a:rPr lang="en-US" dirty="0"/>
              <a:t> gained strength through it.  Youth are more engaged in social change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 </a:t>
            </a:r>
            <a:r>
              <a:rPr lang="en-US" dirty="0"/>
              <a:t>It empowers people to speak out and mobilize </a:t>
            </a:r>
            <a:r>
              <a:rPr lang="en-US" dirty="0" smtClean="0"/>
              <a:t>others.</a:t>
            </a:r>
            <a:endParaRPr lang="en-US" dirty="0"/>
          </a:p>
          <a:p>
            <a:endParaRPr lang="en-US" dirty="0" smtClean="0"/>
          </a:p>
          <a:p>
            <a:r>
              <a:rPr lang="en-US" dirty="0"/>
              <a:t>Time </a:t>
            </a:r>
            <a:r>
              <a:rPr lang="en-US" dirty="0" smtClean="0"/>
              <a:t>Consumption Social </a:t>
            </a:r>
            <a:r>
              <a:rPr lang="en-US" dirty="0"/>
              <a:t>media can become addictive and waste time.  Many spend hours scrolling without purpose.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It reduces productivity and focus.  Leads to neglect of studies or </a:t>
            </a:r>
            <a:r>
              <a:rPr lang="en-US" dirty="0" smtClean="0"/>
              <a:t>responsibilities.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2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4172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2000" dirty="0" smtClean="0"/>
              <a:t>DATE:4/10/25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3100" dirty="0" smtClean="0"/>
              <a:t>   </a:t>
            </a:r>
            <a:r>
              <a:rPr lang="en-US" sz="3100" dirty="0" smtClean="0">
                <a:solidFill>
                  <a:schemeClr val="tx1"/>
                </a:solidFill>
              </a:rPr>
              <a:t>SLIDE 4</a:t>
            </a:r>
            <a:endParaRPr lang="en-US" sz="31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934" y="1783218"/>
            <a:ext cx="8596668" cy="3880773"/>
          </a:xfrm>
        </p:spPr>
        <p:txBody>
          <a:bodyPr/>
          <a:lstStyle/>
          <a:p>
            <a:r>
              <a:rPr lang="en-US" dirty="0"/>
              <a:t>Slide 8: Mental Health </a:t>
            </a:r>
            <a:r>
              <a:rPr lang="en-US" dirty="0" err="1"/>
              <a:t>EffectsExcessive</a:t>
            </a:r>
            <a:r>
              <a:rPr lang="en-US" dirty="0"/>
              <a:t> use causes stress, anxiety, and depression.  People compare their lives to unrealistic online images.  Cyberbullying is common and harmful.  Sleep issues arise from night-time screen use</a:t>
            </a:r>
            <a:r>
              <a:rPr lang="en-US" dirty="0" smtClean="0"/>
              <a:t>.---</a:t>
            </a:r>
          </a:p>
          <a:p>
            <a:r>
              <a:rPr lang="en-US" dirty="0" smtClean="0"/>
              <a:t>Slide </a:t>
            </a:r>
            <a:r>
              <a:rPr lang="en-US" dirty="0"/>
              <a:t>9: Misinformation &amp; </a:t>
            </a:r>
            <a:r>
              <a:rPr lang="en-US" dirty="0" err="1"/>
              <a:t>PrivacyFalse</a:t>
            </a:r>
            <a:r>
              <a:rPr lang="en-US" dirty="0"/>
              <a:t> information spreads fast on social media.  Users may fall for scams or fake news.  Personal data is often at risk.  Oversharing can lead to identity theft or harassment</a:t>
            </a:r>
            <a:r>
              <a:rPr lang="en-US" dirty="0" smtClean="0"/>
              <a:t>.---</a:t>
            </a:r>
          </a:p>
          <a:p>
            <a:r>
              <a:rPr lang="en-US" dirty="0" smtClean="0"/>
              <a:t>Slide </a:t>
            </a:r>
            <a:r>
              <a:rPr lang="en-US" dirty="0"/>
              <a:t>10: </a:t>
            </a:r>
            <a:r>
              <a:rPr lang="en-US" dirty="0" err="1"/>
              <a:t>ConclusionSocial</a:t>
            </a:r>
            <a:r>
              <a:rPr lang="en-US" dirty="0"/>
              <a:t> media has clear benefits and serious risks.  The key is balanced, mindful usage.  Education and awareness can reduce harm.</a:t>
            </a:r>
          </a:p>
        </p:txBody>
      </p:sp>
    </p:spTree>
    <p:extLst>
      <p:ext uri="{BB962C8B-B14F-4D97-AF65-F5344CB8AC3E}">
        <p14:creationId xmlns:p14="http://schemas.microsoft.com/office/powerpoint/2010/main" val="382695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9600" dirty="0" smtClean="0"/>
              <a:t>        END</a:t>
            </a:r>
            <a:endParaRPr lang="en-US" sz="9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724" y="2177143"/>
            <a:ext cx="5471887" cy="2148114"/>
          </a:xfrm>
        </p:spPr>
      </p:pic>
    </p:spTree>
    <p:extLst>
      <p:ext uri="{BB962C8B-B14F-4D97-AF65-F5344CB8AC3E}">
        <p14:creationId xmlns:p14="http://schemas.microsoft.com/office/powerpoint/2010/main" val="422977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Words>324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     DATE4/10/25  Presentation</vt:lpstr>
      <vt:lpstr>Name:Zacith iprahim Name:muztaph dahir Name:Nazra hebel</vt:lpstr>
      <vt:lpstr>DATE: 4/10/25</vt:lpstr>
      <vt:lpstr>DATE:4/10/25        SLIDE 3   </vt:lpstr>
      <vt:lpstr>DATE:4/10/25     SLIDE 4</vt:lpstr>
      <vt:lpstr>       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perentation</dc:title>
  <dc:creator>hp</dc:creator>
  <cp:lastModifiedBy>hp</cp:lastModifiedBy>
  <cp:revision>14</cp:revision>
  <dcterms:created xsi:type="dcterms:W3CDTF">2025-11-04T14:23:57Z</dcterms:created>
  <dcterms:modified xsi:type="dcterms:W3CDTF">2025-11-04T16:36:09Z</dcterms:modified>
</cp:coreProperties>
</file>